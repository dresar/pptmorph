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8.svg" ContentType="image/svg+xml"/>
  <Override PartName="/ppt/media/image3.svg" ContentType="image/svg+xml"/>
  <Override PartName="/ppt/media/image34.svg" ContentType="image/svg+xml"/>
  <Override PartName="/ppt/media/image36.svg" ContentType="image/svg+xml"/>
  <Override PartName="/ppt/media/image38.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Notable" charset="1" panose="00000500000000000000"/>
      <p:regular r:id="rId18"/>
    </p:embeddedFont>
    <p:embeddedFont>
      <p:font typeface="Fira Sans" charset="1" panose="020B0503050000020004"/>
      <p:regular r:id="rId19"/>
    </p:embeddedFont>
    <p:embeddedFont>
      <p:font typeface="Fira Sans Bold" charset="1" panose="020B08030500000200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8.jpeg"/><Relationship Id="rId6" Type="http://schemas.openxmlformats.org/officeDocument/2006/relationships/image" Target="../media/image9.png"/><Relationship Id="rId7"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image" Target="../media/image4.png"/><Relationship Id="rId10" Type="http://schemas.openxmlformats.org/officeDocument/2006/relationships/image" Target="../media/image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6.png"/><Relationship Id="rId6" Type="http://schemas.openxmlformats.org/officeDocument/2006/relationships/image" Target="../media/image17.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 Id="rId9" Type="http://schemas.openxmlformats.org/officeDocument/2006/relationships/image" Target="../media/image22.png"/><Relationship Id="rId10" Type="http://schemas.openxmlformats.org/officeDocument/2006/relationships/image" Target="../media/image2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24.png"/><Relationship Id="rId6" Type="http://schemas.openxmlformats.org/officeDocument/2006/relationships/image" Target="../media/image25.svg"/><Relationship Id="rId7" Type="http://schemas.openxmlformats.org/officeDocument/2006/relationships/image" Target="../media/image22.png"/><Relationship Id="rId8" Type="http://schemas.openxmlformats.org/officeDocument/2006/relationships/image" Target="../media/image2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27.png"/><Relationship Id="rId6" Type="http://schemas.openxmlformats.org/officeDocument/2006/relationships/image" Target="../media/image28.svg"/><Relationship Id="rId7" Type="http://schemas.openxmlformats.org/officeDocument/2006/relationships/image" Target="../media/image9.png"/><Relationship Id="rId8" Type="http://schemas.openxmlformats.org/officeDocument/2006/relationships/image" Target="../media/image10.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29.png"/><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image" Target="../media/image32.jpeg"/><Relationship Id="rId9" Type="http://schemas.openxmlformats.org/officeDocument/2006/relationships/image" Target="../media/image4.png"/><Relationship Id="rId10" Type="http://schemas.openxmlformats.org/officeDocument/2006/relationships/image" Target="../media/image5.svg"/><Relationship Id="rId11" Type="http://schemas.openxmlformats.org/officeDocument/2006/relationships/image" Target="../media/image33.png"/><Relationship Id="rId12" Type="http://schemas.openxmlformats.org/officeDocument/2006/relationships/image" Target="../media/image3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eg"/><Relationship Id="rId3" Type="http://schemas.openxmlformats.org/officeDocument/2006/relationships/image" Target="../media/image40.png"/><Relationship Id="rId4" Type="http://schemas.openxmlformats.org/officeDocument/2006/relationships/image" Target="../media/image41.svg"/><Relationship Id="rId5" Type="http://schemas.openxmlformats.org/officeDocument/2006/relationships/image" Target="../media/image42.png"/><Relationship Id="rId6" Type="http://schemas.openxmlformats.org/officeDocument/2006/relationships/image" Target="../media/image43.svg"/><Relationship Id="rId7" Type="http://schemas.openxmlformats.org/officeDocument/2006/relationships/image" Target="../media/image44.png"/><Relationship Id="rId8" Type="http://schemas.openxmlformats.org/officeDocument/2006/relationships/image" Target="../media/image45.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eg"/><Relationship Id="rId3" Type="http://schemas.openxmlformats.org/officeDocument/2006/relationships/image" Target="../media/image46.png"/><Relationship Id="rId4" Type="http://schemas.openxmlformats.org/officeDocument/2006/relationships/image" Target="../media/image47.svg"/><Relationship Id="rId5" Type="http://schemas.openxmlformats.org/officeDocument/2006/relationships/image" Target="../media/image48.jpeg"/><Relationship Id="rId6" Type="http://schemas.openxmlformats.org/officeDocument/2006/relationships/image" Target="../media/image40.png"/><Relationship Id="rId7" Type="http://schemas.openxmlformats.org/officeDocument/2006/relationships/image" Target="../media/image41.svg"/><Relationship Id="rId8" Type="http://schemas.openxmlformats.org/officeDocument/2006/relationships/image" Target="../media/image49.png"/><Relationship Id="rId9" Type="http://schemas.openxmlformats.org/officeDocument/2006/relationships/image" Target="../media/image50.svg"/><Relationship Id="rId10" Type="http://schemas.openxmlformats.org/officeDocument/2006/relationships/image" Target="../media/image51.png"/><Relationship Id="rId11" Type="http://schemas.openxmlformats.org/officeDocument/2006/relationships/image" Target="../media/image52.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e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60.svg"/><Relationship Id="rId11" Type="http://schemas.openxmlformats.org/officeDocument/2006/relationships/image" Target="../media/image40.png"/><Relationship Id="rId12" Type="http://schemas.openxmlformats.org/officeDocument/2006/relationships/image" Target="../media/image41.svg"/><Relationship Id="rId13" Type="http://schemas.openxmlformats.org/officeDocument/2006/relationships/image" Target="../media/image61.png"/><Relationship Id="rId14" Type="http://schemas.openxmlformats.org/officeDocument/2006/relationships/image" Target="../media/image62.svg"/><Relationship Id="rId15" Type="http://schemas.openxmlformats.org/officeDocument/2006/relationships/image" Target="../media/image63.png"/><Relationship Id="rId16" Type="http://schemas.openxmlformats.org/officeDocument/2006/relationships/image" Target="../media/image64.sv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008" t="-12295" r="-2792" b="-13020"/>
            </a:stretch>
          </a:blipFill>
        </p:spPr>
        <p:txBody>
          <a:bodyPr/>
          <a:p/>
        </p:txBody>
      </p:sp>
      <p:sp>
        <p:nvSpPr>
          <p:cNvPr name="!!S1_Shp3" id="3"/>
          <p:cNvSpPr txBox="true"/>
          <p:nvPr/>
        </p:nvSpPr>
        <p:spPr>
          <a:xfrm rot="0">
            <a:off x="1262326" y="4090405"/>
            <a:ext cx="15763347" cy="2041625"/>
          </a:xfrm>
          <a:prstGeom prst="rect">
            <a:avLst/>
          </a:prstGeom>
        </p:spPr>
        <p:txBody>
          <a:bodyPr anchor="t" rtlCol="false" tIns="0" lIns="0" bIns="0" rIns="0">
            <a:spAutoFit/>
          </a:bodyPr>
          <a:lstStyle/>
          <a:p>
            <a:pPr algn="ctr">
              <a:lnSpc>
                <a:spcPts val="16738"/>
              </a:lnSpc>
            </a:pPr>
            <a:r>
              <a:rPr lang="en-US" sz="11956">
                <a:solidFill>
                  <a:srgbClr val="165325">
                    <a:alpha val="8627"/>
                  </a:srgbClr>
                </a:solidFill>
                <a:latin typeface="Notable"/>
                <a:ea typeface="Notable"/>
                <a:cs typeface="Notable"/>
                <a:sym typeface="Notable"/>
              </a:rPr>
              <a:t>PORTOFOLIO</a:t>
            </a:r>
          </a:p>
        </p:txBody>
      </p:sp>
      <p:sp>
        <p:nvSpPr>
          <p:cNvPr name="!!S1_Shp4" id="4"/>
          <p:cNvSpPr txBox="true"/>
          <p:nvPr/>
        </p:nvSpPr>
        <p:spPr>
          <a:xfrm rot="0">
            <a:off x="2814046" y="6257928"/>
            <a:ext cx="8155651" cy="1377949"/>
          </a:xfrm>
          <a:prstGeom prst="rect">
            <a:avLst/>
          </a:prstGeom>
        </p:spPr>
        <p:txBody>
          <a:bodyPr anchor="t" rtlCol="false" tIns="0" lIns="0" bIns="0" rIns="0">
            <a:spAutoFit/>
          </a:bodyPr>
          <a:lstStyle/>
          <a:p>
            <a:pPr algn="l">
              <a:lnSpc>
                <a:spcPts val="11200"/>
              </a:lnSpc>
            </a:pPr>
            <a:r>
              <a:rPr lang="en-US" sz="8000">
                <a:gradFill>
                  <a:gsLst>
                    <a:gs pos="0">
                      <a:srgbClr val="19621D">
                        <a:alpha val="100000"/>
                      </a:srgbClr>
                    </a:gs>
                    <a:gs pos="50000">
                      <a:srgbClr val="0A3931">
                        <a:alpha val="100000"/>
                      </a:srgbClr>
                    </a:gs>
                    <a:gs pos="100000">
                      <a:srgbClr val="095B4D">
                        <a:alpha val="100000"/>
                      </a:srgbClr>
                    </a:gs>
                  </a:gsLst>
                  <a:lin ang="5400000"/>
                </a:gradFill>
                <a:latin typeface="Fira Sans"/>
                <a:ea typeface="Fira Sans"/>
                <a:cs typeface="Fira Sans"/>
                <a:sym typeface="Fira Sans"/>
              </a:rPr>
              <a:t>Kevin Pratama</a:t>
            </a:r>
          </a:p>
        </p:txBody>
      </p:sp>
      <p:sp>
        <p:nvSpPr>
          <p:cNvPr name="!!S1_Shp5" id="5"/>
          <p:cNvSpPr/>
          <p:nvPr/>
        </p:nvSpPr>
        <p:spPr>
          <a:xfrm flipV="true">
            <a:off x="9462431" y="7329491"/>
            <a:ext cx="6046512" cy="23812"/>
          </a:xfrm>
          <a:prstGeom prst="line">
            <a:avLst/>
          </a:prstGeom>
          <a:ln cap="flat" w="19050">
            <a:solidFill>
              <a:srgbClr val="165325"/>
            </a:solidFill>
            <a:prstDash val="solid"/>
            <a:headEnd type="none" len="sm" w="sm"/>
            <a:tailEnd type="none" len="sm" w="sm"/>
          </a:ln>
        </p:spPr>
        <p:txBody>
          <a:bodyPr/>
          <a:p/>
        </p:txBody>
      </p:sp>
      <p:sp>
        <p:nvSpPr>
          <p:cNvPr name="!!S1_Shp6" id="6"/>
          <p:cNvSpPr/>
          <p:nvPr/>
        </p:nvSpPr>
        <p:spPr>
          <a:xfrm>
            <a:off x="3952514" y="2874976"/>
            <a:ext cx="11556428" cy="0"/>
          </a:xfrm>
          <a:prstGeom prst="line">
            <a:avLst/>
          </a:prstGeom>
          <a:ln cap="flat" w="19050">
            <a:solidFill>
              <a:srgbClr val="165325"/>
            </a:solidFill>
            <a:prstDash val="solid"/>
            <a:headEnd type="none" len="sm" w="sm"/>
            <a:tailEnd type="none" len="sm" w="sm"/>
          </a:ln>
        </p:spPr>
        <p:txBody>
          <a:bodyPr/>
          <a:p/>
        </p:txBody>
      </p:sp>
      <p:grpSp>
        <p:nvGrpSpPr>
          <p:cNvPr name="!!S1_Shp7" id="7"/>
          <p:cNvGrpSpPr/>
          <p:nvPr/>
        </p:nvGrpSpPr>
        <p:grpSpPr>
          <a:xfrm rot="0">
            <a:off x="2255353" y="2335339"/>
            <a:ext cx="2801829" cy="1279411"/>
            <a:chOff x="0" y="0"/>
            <a:chExt cx="737930" cy="336964"/>
          </a:xfrm>
        </p:grpSpPr>
        <p:sp>
          <p:nvSpPr>
            <p:cNvPr name="Freeform 8" id="8"/>
            <p:cNvSpPr/>
            <p:nvPr/>
          </p:nvSpPr>
          <p:spPr>
            <a:xfrm flipH="false" flipV="false" rot="0">
              <a:off x="0" y="0"/>
              <a:ext cx="737930" cy="336964"/>
            </a:xfrm>
            <a:custGeom>
              <a:avLst/>
              <a:gdLst/>
              <a:ahLst/>
              <a:cxnLst/>
              <a:rect r="r" b="b" t="t" l="l"/>
              <a:pathLst>
                <a:path h="336964" w="737930">
                  <a:moveTo>
                    <a:pt x="71842" y="0"/>
                  </a:moveTo>
                  <a:lnTo>
                    <a:pt x="666088" y="0"/>
                  </a:lnTo>
                  <a:cubicBezTo>
                    <a:pt x="705765" y="0"/>
                    <a:pt x="737930" y="32165"/>
                    <a:pt x="737930" y="71842"/>
                  </a:cubicBezTo>
                  <a:lnTo>
                    <a:pt x="737930" y="265122"/>
                  </a:lnTo>
                  <a:cubicBezTo>
                    <a:pt x="737930" y="284176"/>
                    <a:pt x="730361" y="302449"/>
                    <a:pt x="716888" y="315922"/>
                  </a:cubicBezTo>
                  <a:cubicBezTo>
                    <a:pt x="703415" y="329395"/>
                    <a:pt x="685142" y="336964"/>
                    <a:pt x="666088" y="336964"/>
                  </a:cubicBezTo>
                  <a:lnTo>
                    <a:pt x="71842" y="336964"/>
                  </a:lnTo>
                  <a:cubicBezTo>
                    <a:pt x="32165" y="336964"/>
                    <a:pt x="0" y="304799"/>
                    <a:pt x="0" y="265122"/>
                  </a:cubicBezTo>
                  <a:lnTo>
                    <a:pt x="0" y="71842"/>
                  </a:lnTo>
                  <a:cubicBezTo>
                    <a:pt x="0" y="52789"/>
                    <a:pt x="7569" y="34515"/>
                    <a:pt x="21042" y="21042"/>
                  </a:cubicBezTo>
                  <a:cubicBezTo>
                    <a:pt x="34515" y="7569"/>
                    <a:pt x="52789" y="0"/>
                    <a:pt x="71842"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737930" cy="384589"/>
            </a:xfrm>
            <a:prstGeom prst="rect">
              <a:avLst/>
            </a:prstGeom>
          </p:spPr>
          <p:txBody>
            <a:bodyPr anchor="ctr" rtlCol="false" tIns="50800" lIns="50800" bIns="50800" rIns="50800"/>
            <a:lstStyle/>
            <a:p>
              <a:pPr algn="ctr">
                <a:lnSpc>
                  <a:spcPts val="2800"/>
                </a:lnSpc>
              </a:pPr>
            </a:p>
          </p:txBody>
        </p:sp>
      </p:grpSp>
      <p:sp>
        <p:nvSpPr>
          <p:cNvPr name="!!S1_Shp10" id="10"/>
          <p:cNvSpPr/>
          <p:nvPr/>
        </p:nvSpPr>
        <p:spPr>
          <a:xfrm flipH="false" flipV="false" rot="0">
            <a:off x="-665602" y="5021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_Shp11" id="11"/>
          <p:cNvSpPr/>
          <p:nvPr/>
        </p:nvSpPr>
        <p:spPr>
          <a:xfrm flipH="false" flipV="false" rot="0">
            <a:off x="-665602"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_Shp12" id="12"/>
          <p:cNvSpPr/>
          <p:nvPr/>
        </p:nvSpPr>
        <p:spPr>
          <a:xfrm flipH="false" flipV="false" rot="0">
            <a:off x="17621250" y="4926084"/>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_Shp13" id="13"/>
          <p:cNvSpPr/>
          <p:nvPr/>
        </p:nvSpPr>
        <p:spPr>
          <a:xfrm flipH="false" flipV="false" rot="0">
            <a:off x="17621250" y="-1790997"/>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_Shp14" id="14"/>
          <p:cNvSpPr/>
          <p:nvPr/>
        </p:nvSpPr>
        <p:spPr>
          <a:xfrm flipH="false" flipV="false" rot="0">
            <a:off x="2094446" y="6964003"/>
            <a:ext cx="465819" cy="1320621"/>
          </a:xfrm>
          <a:custGeom>
            <a:avLst/>
            <a:gdLst/>
            <a:ahLst/>
            <a:cxnLst/>
            <a:rect r="r" b="b" t="t" l="l"/>
            <a:pathLst>
              <a:path h="1320621" w="465819">
                <a:moveTo>
                  <a:pt x="0" y="0"/>
                </a:moveTo>
                <a:lnTo>
                  <a:pt x="465819" y="0"/>
                </a:lnTo>
                <a:lnTo>
                  <a:pt x="465819" y="1320621"/>
                </a:lnTo>
                <a:lnTo>
                  <a:pt x="0" y="13206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1_Shp15" id="15"/>
          <p:cNvSpPr txBox="true"/>
          <p:nvPr/>
        </p:nvSpPr>
        <p:spPr>
          <a:xfrm rot="0">
            <a:off x="1610452" y="3671900"/>
            <a:ext cx="15067097" cy="2041625"/>
          </a:xfrm>
          <a:prstGeom prst="rect">
            <a:avLst/>
          </a:prstGeom>
        </p:spPr>
        <p:txBody>
          <a:bodyPr anchor="t" rtlCol="false" tIns="0" lIns="0" bIns="0" rIns="0">
            <a:spAutoFit/>
          </a:bodyPr>
          <a:lstStyle/>
          <a:p>
            <a:pPr algn="ctr">
              <a:lnSpc>
                <a:spcPts val="16738"/>
              </a:lnSpc>
            </a:pPr>
            <a:r>
              <a:rPr lang="en-US" sz="11956">
                <a:solidFill>
                  <a:srgbClr val="082009">
                    <a:alpha val="38824"/>
                  </a:srgbClr>
                </a:solidFill>
                <a:latin typeface="Notable"/>
                <a:ea typeface="Notable"/>
                <a:cs typeface="Notable"/>
                <a:sym typeface="Notable"/>
              </a:rPr>
              <a:t>PORTOFOLIO</a:t>
            </a:r>
          </a:p>
        </p:txBody>
      </p:sp>
      <p:sp>
        <p:nvSpPr>
          <p:cNvPr name="!!S1_Shp16" id="16"/>
          <p:cNvSpPr/>
          <p:nvPr/>
        </p:nvSpPr>
        <p:spPr>
          <a:xfrm flipH="false" flipV="true" rot="0">
            <a:off x="15960644" y="4146703"/>
            <a:ext cx="465819" cy="1320621"/>
          </a:xfrm>
          <a:custGeom>
            <a:avLst/>
            <a:gdLst/>
            <a:ahLst/>
            <a:cxnLst/>
            <a:rect r="r" b="b" t="t" l="l"/>
            <a:pathLst>
              <a:path h="1320621" w="465819">
                <a:moveTo>
                  <a:pt x="0" y="1320620"/>
                </a:moveTo>
                <a:lnTo>
                  <a:pt x="465819" y="1320620"/>
                </a:lnTo>
                <a:lnTo>
                  <a:pt x="465819" y="0"/>
                </a:lnTo>
                <a:lnTo>
                  <a:pt x="0" y="0"/>
                </a:lnTo>
                <a:lnTo>
                  <a:pt x="0" y="132062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1_Shp17" id="17"/>
          <p:cNvSpPr/>
          <p:nvPr/>
        </p:nvSpPr>
        <p:spPr>
          <a:xfrm flipH="false" flipV="false" rot="0">
            <a:off x="3126167" y="2532332"/>
            <a:ext cx="1652696" cy="904475"/>
          </a:xfrm>
          <a:custGeom>
            <a:avLst/>
            <a:gdLst/>
            <a:ahLst/>
            <a:cxnLst/>
            <a:rect r="r" b="b" t="t" l="l"/>
            <a:pathLst>
              <a:path h="904475" w="1652696">
                <a:moveTo>
                  <a:pt x="0" y="0"/>
                </a:moveTo>
                <a:lnTo>
                  <a:pt x="1652695" y="0"/>
                </a:lnTo>
                <a:lnTo>
                  <a:pt x="1652695" y="904475"/>
                </a:lnTo>
                <a:lnTo>
                  <a:pt x="0" y="9044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1_Shp18" id="18"/>
          <p:cNvSpPr txBox="true"/>
          <p:nvPr/>
        </p:nvSpPr>
        <p:spPr>
          <a:xfrm rot="0">
            <a:off x="2327356" y="3365513"/>
            <a:ext cx="13633288" cy="2041625"/>
          </a:xfrm>
          <a:prstGeom prst="rect">
            <a:avLst/>
          </a:prstGeom>
        </p:spPr>
        <p:txBody>
          <a:bodyPr anchor="t" rtlCol="false" tIns="0" lIns="0" bIns="0" rIns="0">
            <a:spAutoFit/>
          </a:bodyPr>
          <a:lstStyle/>
          <a:p>
            <a:pPr algn="ctr">
              <a:lnSpc>
                <a:spcPts val="16738"/>
              </a:lnSpc>
            </a:pPr>
            <a:r>
              <a:rPr lang="en-US" sz="11956">
                <a:gradFill>
                  <a:gsLst>
                    <a:gs pos="0">
                      <a:srgbClr val="19621D">
                        <a:alpha val="100000"/>
                      </a:srgbClr>
                    </a:gs>
                    <a:gs pos="100000">
                      <a:srgbClr val="0A3931">
                        <a:alpha val="100000"/>
                      </a:srgbClr>
                    </a:gs>
                  </a:gsLst>
                  <a:lin ang="2700000"/>
                </a:gradFill>
                <a:latin typeface="Notable"/>
                <a:ea typeface="Notable"/>
                <a:cs typeface="Notable"/>
                <a:sym typeface="Notable"/>
              </a:rPr>
              <a:t>PORTOFOLIO</a:t>
            </a:r>
          </a:p>
        </p:txBody>
      </p:sp>
      <p:sp>
        <p:nvSpPr>
          <p:cNvPr name="!!S1_Shp19" id="19"/>
          <p:cNvSpPr txBox="true"/>
          <p:nvPr/>
        </p:nvSpPr>
        <p:spPr>
          <a:xfrm rot="0">
            <a:off x="11867677" y="6650041"/>
            <a:ext cx="3500715" cy="679450"/>
          </a:xfrm>
          <a:prstGeom prst="rect">
            <a:avLst/>
          </a:prstGeom>
        </p:spPr>
        <p:txBody>
          <a:bodyPr anchor="t" rtlCol="false" tIns="0" lIns="0" bIns="0" rIns="0">
            <a:spAutoFit/>
          </a:bodyPr>
          <a:lstStyle/>
          <a:p>
            <a:pPr algn="r">
              <a:lnSpc>
                <a:spcPts val="5599"/>
              </a:lnSpc>
            </a:pPr>
            <a:r>
              <a:rPr lang="en-US" sz="3999">
                <a:solidFill>
                  <a:srgbClr val="082009"/>
                </a:solidFill>
                <a:latin typeface="Fira Sans"/>
                <a:ea typeface="Fira Sans"/>
                <a:cs typeface="Fira Sans"/>
                <a:sym typeface="Fira Sans"/>
              </a:rPr>
              <a:t>Kreator</a:t>
            </a:r>
          </a:p>
        </p:txBody>
      </p:sp>
      <p:sp>
        <p:nvSpPr>
          <p:cNvPr name="!!S1_Shp20" id="20"/>
          <p:cNvSpPr txBox="true"/>
          <p:nvPr/>
        </p:nvSpPr>
        <p:spPr>
          <a:xfrm rot="0">
            <a:off x="1028700" y="981075"/>
            <a:ext cx="3500715"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a:t>
            </a:r>
          </a:p>
        </p:txBody>
      </p:sp>
      <p:sp>
        <p:nvSpPr>
          <p:cNvPr name="!!S1_Shp21" id="21"/>
          <p:cNvSpPr txBox="true"/>
          <p:nvPr/>
        </p:nvSpPr>
        <p:spPr>
          <a:xfrm rot="0">
            <a:off x="13758585" y="1012461"/>
            <a:ext cx="3500715" cy="349250"/>
          </a:xfrm>
          <a:prstGeom prst="rect">
            <a:avLst/>
          </a:prstGeom>
        </p:spPr>
        <p:txBody>
          <a:bodyPr anchor="t" rtlCol="false" tIns="0" lIns="0" bIns="0" rIns="0">
            <a:spAutoFit/>
          </a:bodyPr>
          <a:lstStyle/>
          <a:p>
            <a:pPr algn="r">
              <a:lnSpc>
                <a:spcPts val="2800"/>
              </a:lnSpc>
            </a:pPr>
            <a:r>
              <a:rPr lang="en-US" sz="2000">
                <a:solidFill>
                  <a:srgbClr val="082009"/>
                </a:solidFill>
                <a:latin typeface="Fira Sans"/>
                <a:ea typeface="Fira Sans"/>
                <a:cs typeface="Fira Sans"/>
                <a:sym typeface="Fira Sans"/>
              </a:rPr>
              <a:t>2030</a:t>
            </a:r>
          </a:p>
        </p:txBody>
      </p:sp>
      <p:sp>
        <p:nvSpPr>
          <p:cNvPr name="!!S1_Shp22" id="22"/>
          <p:cNvSpPr txBox="true"/>
          <p:nvPr/>
        </p:nvSpPr>
        <p:spPr>
          <a:xfrm rot="0">
            <a:off x="1028700" y="8909050"/>
            <a:ext cx="3500715"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www.situssupercanggih.co.id</a:t>
            </a:r>
          </a:p>
        </p:txBody>
      </p:sp>
      <p:sp>
        <p:nvSpPr>
          <p:cNvPr name="!!S1_Shp23" id="23"/>
          <p:cNvSpPr txBox="true"/>
          <p:nvPr/>
        </p:nvSpPr>
        <p:spPr>
          <a:xfrm rot="0">
            <a:off x="13758585" y="8909050"/>
            <a:ext cx="3500715" cy="349250"/>
          </a:xfrm>
          <a:prstGeom prst="rect">
            <a:avLst/>
          </a:prstGeom>
        </p:spPr>
        <p:txBody>
          <a:bodyPr anchor="t" rtlCol="false" tIns="0" lIns="0" bIns="0" rIns="0">
            <a:spAutoFit/>
          </a:bodyPr>
          <a:lstStyle/>
          <a:p>
            <a:pPr algn="r">
              <a:lnSpc>
                <a:spcPts val="2800"/>
              </a:lnSpc>
            </a:pPr>
            <a:r>
              <a:rPr lang="en-US" sz="2000">
                <a:solidFill>
                  <a:srgbClr val="082009"/>
                </a:solidFill>
                <a:latin typeface="Fira Sans"/>
                <a:ea typeface="Fira Sans"/>
                <a:cs typeface="Fira Sans"/>
                <a:sym typeface="Fira Sans"/>
              </a:rPr>
              <a:t>@situssupercanggih</a:t>
            </a:r>
          </a:p>
        </p:txBody>
      </p:sp>
      <p:sp>
        <p:nvSpPr>
          <p:cNvPr name="!!S2_Shp3" id="150"/>
          <p:cNvSpPr/>
          <p:nvPr/>
        </p:nvSpPr>
        <p:spPr>
          <a:xfrm flipH="false" flipV="false" rot="0">
            <a:off x="13964798" y="12808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2_Shp4" id="151"/>
          <p:cNvSpPr/>
          <p:nvPr/>
        </p:nvSpPr>
        <p:spPr>
          <a:xfrm flipH="false" flipV="false" rot="0">
            <a:off x="21622398"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2_Shp5" id="152"/>
          <p:cNvSpPr/>
          <p:nvPr/>
        </p:nvSpPr>
        <p:spPr>
          <a:xfrm flipH="false" flipV="false" rot="0">
            <a:off x="15296002" y="13118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2_Shp6" id="153"/>
          <p:cNvSpPr/>
          <p:nvPr/>
        </p:nvSpPr>
        <p:spPr>
          <a:xfrm flipH="false" flipV="false" rot="0">
            <a:off x="21953602" y="-385591"/>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2_Shp11" id="154"/>
          <p:cNvGrpSpPr/>
          <p:nvPr/>
        </p:nvGrpSpPr>
        <p:grpSpPr>
          <a:xfrm rot="0">
            <a:off x="21640002" y="2520315"/>
            <a:ext cx="4617394" cy="5246370"/>
            <a:chOff x="0" y="0"/>
            <a:chExt cx="4675516" cy="5312410"/>
          </a:xfrm>
        </p:grpSpPr>
        <p:sp>
          <p:nvSpPr>
            <p:cNvPr name="Freeform 12" id="12"/>
            <p:cNvSpPr/>
            <p:nvPr/>
          </p:nvSpPr>
          <p:spPr>
            <a:xfrm flipH="false" flipV="false" rot="0">
              <a:off x="0" y="0"/>
              <a:ext cx="4675516" cy="5312410"/>
            </a:xfrm>
            <a:custGeom>
              <a:avLst/>
              <a:gdLst/>
              <a:ahLst/>
              <a:cxnLst/>
              <a:rect r="r" b="b" t="t" l="l"/>
              <a:pathLst>
                <a:path h="5312410" w="4675516">
                  <a:moveTo>
                    <a:pt x="2337758" y="405130"/>
                  </a:moveTo>
                  <a:lnTo>
                    <a:pt x="2337758" y="0"/>
                  </a:lnTo>
                  <a:lnTo>
                    <a:pt x="0" y="405130"/>
                  </a:lnTo>
                  <a:lnTo>
                    <a:pt x="0" y="5312410"/>
                  </a:lnTo>
                  <a:lnTo>
                    <a:pt x="2337758" y="4907280"/>
                  </a:lnTo>
                  <a:lnTo>
                    <a:pt x="2337758" y="5312410"/>
                  </a:lnTo>
                  <a:lnTo>
                    <a:pt x="4675516" y="4907280"/>
                  </a:lnTo>
                  <a:lnTo>
                    <a:pt x="4675516" y="0"/>
                  </a:lnTo>
                  <a:lnTo>
                    <a:pt x="2337758" y="405130"/>
                  </a:lnTo>
                  <a:close/>
                </a:path>
              </a:pathLst>
            </a:custGeom>
            <a:blipFill>
              <a:blip r:embed="rId5"/>
              <a:stretch>
                <a:fillRect l="0" t="0" r="0" b="-32099"/>
              </a:stretch>
            </a:blipFill>
            <a:ln w="47625" cap="sq">
              <a:gradFill>
                <a:gsLst>
                  <a:gs pos="0">
                    <a:srgbClr val="19621D">
                      <a:alpha val="100000"/>
                    </a:srgbClr>
                  </a:gs>
                  <a:gs pos="100000">
                    <a:srgbClr val="0A3931">
                      <a:alpha val="100000"/>
                    </a:srgbClr>
                  </a:gs>
                </a:gsLst>
                <a:lin ang="2700000"/>
              </a:gradFill>
              <a:prstDash val="solid"/>
              <a:miter/>
            </a:ln>
          </p:spPr>
        </p:sp>
      </p:grpSp>
      <p:sp>
        <p:nvSpPr>
          <p:cNvPr name="!!S2_Shp13" id="155"/>
          <p:cNvSpPr/>
          <p:nvPr/>
        </p:nvSpPr>
        <p:spPr>
          <a:xfrm flipH="false" flipV="false" rot="0">
            <a:off x="24812438" y="13647805"/>
            <a:ext cx="1332385" cy="634700"/>
          </a:xfrm>
          <a:custGeom>
            <a:avLst/>
            <a:gdLst/>
            <a:ahLst/>
            <a:cxnLst/>
            <a:rect r="r" b="b" t="t" l="l"/>
            <a:pathLst>
              <a:path h="634700" w="1332385">
                <a:moveTo>
                  <a:pt x="0" y="0"/>
                </a:moveTo>
                <a:lnTo>
                  <a:pt x="1332385" y="0"/>
                </a:lnTo>
                <a:lnTo>
                  <a:pt x="1332385" y="634699"/>
                </a:lnTo>
                <a:lnTo>
                  <a:pt x="0" y="634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S2_Shp14" id="156"/>
          <p:cNvSpPr/>
          <p:nvPr/>
        </p:nvSpPr>
        <p:spPr>
          <a:xfrm flipH="true" flipV="false" rot="0">
            <a:off x="22121764" y="1662794"/>
            <a:ext cx="1332385" cy="634700"/>
          </a:xfrm>
          <a:custGeom>
            <a:avLst/>
            <a:gdLst/>
            <a:ahLst/>
            <a:cxnLst/>
            <a:rect r="r" b="b" t="t" l="l"/>
            <a:pathLst>
              <a:path h="634700" w="1332385">
                <a:moveTo>
                  <a:pt x="1332385" y="0"/>
                </a:moveTo>
                <a:lnTo>
                  <a:pt x="0" y="0"/>
                </a:lnTo>
                <a:lnTo>
                  <a:pt x="0" y="634699"/>
                </a:lnTo>
                <a:lnTo>
                  <a:pt x="1332385" y="634699"/>
                </a:lnTo>
                <a:lnTo>
                  <a:pt x="1332385"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S2_Shp15" id="157"/>
          <p:cNvSpPr txBox="true"/>
          <p:nvPr/>
        </p:nvSpPr>
        <p:spPr>
          <a:xfrm rot="0">
            <a:off x="22121764" y="2560545"/>
            <a:ext cx="8680038" cy="30511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Lo</a:t>
            </a:r>
            <a:r>
              <a:rPr lang="en-US" sz="2499">
                <a:solidFill>
                  <a:srgbClr val="082009"/>
                </a:solidFill>
                <a:latin typeface="Fira Sans"/>
                <a:ea typeface="Fira Sans"/>
                <a:cs typeface="Fira Sans"/>
                <a:sym typeface="Fira Sans"/>
              </a:rPr>
              <a:t>rem ipsum consectetur magna do est nostrud aute et sed minim nulla eiusmod proident labore dolore et culpa cupidatat esse qui nulla enim sunt veniam pariatur dolore ipsum proident adipiscing eiusmod irure culpa dolore commodo et occaecat nulla occaecat excepteur dolor aliquip voluptate ut aliqua sed quis voluptate minim nostrud.</a:t>
            </a:r>
          </a:p>
        </p:txBody>
      </p:sp>
      <p:sp>
        <p:nvSpPr>
          <p:cNvPr name="!!S2_Shp16" id="158"/>
          <p:cNvSpPr txBox="true"/>
          <p:nvPr/>
        </p:nvSpPr>
        <p:spPr>
          <a:xfrm rot="0">
            <a:off x="17464785" y="12856456"/>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TENTANG</a:t>
            </a:r>
          </a:p>
        </p:txBody>
      </p:sp>
      <p:sp>
        <p:nvSpPr>
          <p:cNvPr name="!!S2_Shp19" id="159"/>
          <p:cNvSpPr txBox="true"/>
          <p:nvPr/>
        </p:nvSpPr>
        <p:spPr>
          <a:xfrm rot="0">
            <a:off x="17464164" y="12923256"/>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SAYA</a:t>
            </a:r>
          </a:p>
        </p:txBody>
      </p:sp>
    </p:spTree>
  </p:cSld>
  <p:clrMapOvr>
    <a:masterClrMapping/>
  </p:clrMapOvr>
  <p:transition spd="med">
    <p:fade/>
  </p:transition>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008" t="-12295" r="-2792" b="-13020"/>
            </a:stretch>
          </a:blipFill>
        </p:spPr>
        <p:txBody>
          <a:bodyPr/>
          <a:p/>
        </p:txBody>
      </p:sp>
      <p:sp>
        <p:nvSpPr>
          <p:cNvPr name="!!S2_Shp3" id="3"/>
          <p:cNvSpPr/>
          <p:nvPr/>
        </p:nvSpPr>
        <p:spPr>
          <a:xfrm flipH="false" flipV="false" rot="0">
            <a:off x="-665602" y="5021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2_Shp4" id="4"/>
          <p:cNvSpPr/>
          <p:nvPr/>
        </p:nvSpPr>
        <p:spPr>
          <a:xfrm flipH="false" flipV="false" rot="0">
            <a:off x="-665602"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2_Shp5" id="5"/>
          <p:cNvSpPr/>
          <p:nvPr/>
        </p:nvSpPr>
        <p:spPr>
          <a:xfrm flipH="false" flipV="false" rot="0">
            <a:off x="665602" y="6331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2_Shp6" id="6"/>
          <p:cNvSpPr/>
          <p:nvPr/>
        </p:nvSpPr>
        <p:spPr>
          <a:xfrm flipH="false" flipV="false" rot="0">
            <a:off x="665602" y="-385591"/>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Persistent_HeaderLine" id="7"/>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8"/>
          <p:cNvGrpSpPr/>
          <p:nvPr/>
        </p:nvGrpSpPr>
        <p:grpSpPr>
          <a:xfrm rot="0">
            <a:off x="15278315" y="805237"/>
            <a:ext cx="1980985" cy="639706"/>
            <a:chOff x="0" y="0"/>
            <a:chExt cx="521741" cy="168482"/>
          </a:xfrm>
        </p:grpSpPr>
        <p:sp>
          <p:nvSpPr>
            <p:cNvPr name="Freeform 9" id="9"/>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10" id="10"/>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2_Shp11" id="11"/>
          <p:cNvGrpSpPr/>
          <p:nvPr/>
        </p:nvGrpSpPr>
        <p:grpSpPr>
          <a:xfrm rot="0">
            <a:off x="12352002" y="2520315"/>
            <a:ext cx="4617394" cy="5246370"/>
            <a:chOff x="0" y="0"/>
            <a:chExt cx="4675516" cy="5312410"/>
          </a:xfrm>
        </p:grpSpPr>
        <p:sp>
          <p:nvSpPr>
            <p:cNvPr name="Freeform 12" id="12"/>
            <p:cNvSpPr/>
            <p:nvPr/>
          </p:nvSpPr>
          <p:spPr>
            <a:xfrm flipH="false" flipV="false" rot="0">
              <a:off x="0" y="0"/>
              <a:ext cx="4675516" cy="5312410"/>
            </a:xfrm>
            <a:custGeom>
              <a:avLst/>
              <a:gdLst/>
              <a:ahLst/>
              <a:cxnLst/>
              <a:rect r="r" b="b" t="t" l="l"/>
              <a:pathLst>
                <a:path h="5312410" w="4675516">
                  <a:moveTo>
                    <a:pt x="2337758" y="405130"/>
                  </a:moveTo>
                  <a:lnTo>
                    <a:pt x="2337758" y="0"/>
                  </a:lnTo>
                  <a:lnTo>
                    <a:pt x="0" y="405130"/>
                  </a:lnTo>
                  <a:lnTo>
                    <a:pt x="0" y="5312410"/>
                  </a:lnTo>
                  <a:lnTo>
                    <a:pt x="2337758" y="4907280"/>
                  </a:lnTo>
                  <a:lnTo>
                    <a:pt x="2337758" y="5312410"/>
                  </a:lnTo>
                  <a:lnTo>
                    <a:pt x="4675516" y="4907280"/>
                  </a:lnTo>
                  <a:lnTo>
                    <a:pt x="4675516" y="0"/>
                  </a:lnTo>
                  <a:lnTo>
                    <a:pt x="2337758" y="405130"/>
                  </a:lnTo>
                  <a:close/>
                </a:path>
              </a:pathLst>
            </a:custGeom>
            <a:blipFill>
              <a:blip r:embed="rId5"/>
              <a:stretch>
                <a:fillRect l="0" t="0" r="0" b="-32099"/>
              </a:stretch>
            </a:blipFill>
            <a:ln w="47625" cap="sq">
              <a:gradFill>
                <a:gsLst>
                  <a:gs pos="0">
                    <a:srgbClr val="19621D">
                      <a:alpha val="100000"/>
                    </a:srgbClr>
                  </a:gs>
                  <a:gs pos="100000">
                    <a:srgbClr val="0A3931">
                      <a:alpha val="100000"/>
                    </a:srgbClr>
                  </a:gs>
                </a:gsLst>
                <a:lin ang="2700000"/>
              </a:gradFill>
              <a:prstDash val="solid"/>
              <a:miter/>
            </a:ln>
          </p:spPr>
        </p:sp>
      </p:grpSp>
      <p:sp>
        <p:nvSpPr>
          <p:cNvPr name="!!S2_Shp13" id="13"/>
          <p:cNvSpPr/>
          <p:nvPr/>
        </p:nvSpPr>
        <p:spPr>
          <a:xfrm flipH="false" flipV="false" rot="0">
            <a:off x="10182038" y="5860805"/>
            <a:ext cx="1332385" cy="634700"/>
          </a:xfrm>
          <a:custGeom>
            <a:avLst/>
            <a:gdLst/>
            <a:ahLst/>
            <a:cxnLst/>
            <a:rect r="r" b="b" t="t" l="l"/>
            <a:pathLst>
              <a:path h="634700" w="1332385">
                <a:moveTo>
                  <a:pt x="0" y="0"/>
                </a:moveTo>
                <a:lnTo>
                  <a:pt x="1332385" y="0"/>
                </a:lnTo>
                <a:lnTo>
                  <a:pt x="1332385" y="634699"/>
                </a:lnTo>
                <a:lnTo>
                  <a:pt x="0" y="634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S2_Shp14" id="14"/>
          <p:cNvSpPr/>
          <p:nvPr/>
        </p:nvSpPr>
        <p:spPr>
          <a:xfrm flipH="true" flipV="false" rot="0">
            <a:off x="2833764" y="1662794"/>
            <a:ext cx="1332385" cy="634700"/>
          </a:xfrm>
          <a:custGeom>
            <a:avLst/>
            <a:gdLst/>
            <a:ahLst/>
            <a:cxnLst/>
            <a:rect r="r" b="b" t="t" l="l"/>
            <a:pathLst>
              <a:path h="634700" w="1332385">
                <a:moveTo>
                  <a:pt x="1332385" y="0"/>
                </a:moveTo>
                <a:lnTo>
                  <a:pt x="0" y="0"/>
                </a:lnTo>
                <a:lnTo>
                  <a:pt x="0" y="634699"/>
                </a:lnTo>
                <a:lnTo>
                  <a:pt x="1332385" y="634699"/>
                </a:lnTo>
                <a:lnTo>
                  <a:pt x="1332385"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S2_Shp15" id="15"/>
          <p:cNvSpPr txBox="true"/>
          <p:nvPr/>
        </p:nvSpPr>
        <p:spPr>
          <a:xfrm rot="0">
            <a:off x="2833764" y="2560545"/>
            <a:ext cx="8680038" cy="30511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Lo</a:t>
            </a:r>
            <a:r>
              <a:rPr lang="en-US" sz="2499">
                <a:solidFill>
                  <a:srgbClr val="082009"/>
                </a:solidFill>
                <a:latin typeface="Fira Sans"/>
                <a:ea typeface="Fira Sans"/>
                <a:cs typeface="Fira Sans"/>
                <a:sym typeface="Fira Sans"/>
              </a:rPr>
              <a:t>rem ipsum consectetur magna do est nostrud aute et sed minim nulla eiusmod proident labore dolore et culpa cupidatat esse qui nulla enim sunt veniam pariatur dolore ipsum proident adipiscing eiusmod irure culpa dolore commodo et occaecat nulla occaecat excepteur dolor aliquip voluptate ut aliqua sed quis voluptate minim nostrud.</a:t>
            </a:r>
          </a:p>
        </p:txBody>
      </p:sp>
      <p:sp>
        <p:nvSpPr>
          <p:cNvPr name="!!S2_Shp16" id="16"/>
          <p:cNvSpPr txBox="true"/>
          <p:nvPr/>
        </p:nvSpPr>
        <p:spPr>
          <a:xfrm rot="0">
            <a:off x="2834385" y="7069456"/>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TENTANG</a:t>
            </a:r>
          </a:p>
        </p:txBody>
      </p:sp>
      <p:sp>
        <p:nvSpPr>
          <p:cNvPr name="!!Persistent_PageNumber" id="17"/>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02</a:t>
            </a:r>
          </a:p>
        </p:txBody>
      </p:sp>
      <p:sp>
        <p:nvSpPr>
          <p:cNvPr name="!!Persistent_HeaderTitle" id="18"/>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2_Shp19" id="19"/>
          <p:cNvSpPr txBox="true"/>
          <p:nvPr/>
        </p:nvSpPr>
        <p:spPr>
          <a:xfrm rot="0">
            <a:off x="2833764" y="8136256"/>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SAYA</a:t>
            </a:r>
          </a:p>
        </p:txBody>
      </p:sp>
      <p:sp>
        <p:nvSpPr>
          <p:cNvPr name="!!S3_Shp3" id="150"/>
          <p:cNvSpPr/>
          <p:nvPr/>
        </p:nvSpPr>
        <p:spPr>
          <a:xfrm flipH="false" flipV="false" rot="0">
            <a:off x="13964798" y="12808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3_Shp4" id="151"/>
          <p:cNvSpPr/>
          <p:nvPr/>
        </p:nvSpPr>
        <p:spPr>
          <a:xfrm flipH="false" flipV="false" rot="0">
            <a:off x="21622398"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3_Shp5" id="152"/>
          <p:cNvSpPr/>
          <p:nvPr/>
        </p:nvSpPr>
        <p:spPr>
          <a:xfrm flipH="false" flipV="false" rot="0">
            <a:off x="15296002" y="13118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3_Shp6" id="153"/>
          <p:cNvSpPr/>
          <p:nvPr/>
        </p:nvSpPr>
        <p:spPr>
          <a:xfrm flipH="false" flipV="false" rot="0">
            <a:off x="21953602" y="-385591"/>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3_Shp11" id="154"/>
          <p:cNvGrpSpPr/>
          <p:nvPr/>
        </p:nvGrpSpPr>
        <p:grpSpPr>
          <a:xfrm rot="0">
            <a:off x="17464164" y="12952810"/>
            <a:ext cx="3269874" cy="907211"/>
            <a:chOff x="0" y="0"/>
            <a:chExt cx="861201" cy="238936"/>
          </a:xfrm>
        </p:grpSpPr>
        <p:sp>
          <p:nvSpPr>
            <p:cNvPr name="Freeform 12" id="12"/>
            <p:cNvSpPr/>
            <p:nvPr/>
          </p:nvSpPr>
          <p:spPr>
            <a:xfrm flipH="false" flipV="false" rot="0">
              <a:off x="0" y="0"/>
              <a:ext cx="861201" cy="238936"/>
            </a:xfrm>
            <a:custGeom>
              <a:avLst/>
              <a:gdLst/>
              <a:ahLst/>
              <a:cxnLst/>
              <a:rect r="r" b="b" t="t" l="l"/>
              <a:pathLst>
                <a:path h="238936" w="861201">
                  <a:moveTo>
                    <a:pt x="30779" y="0"/>
                  </a:moveTo>
                  <a:lnTo>
                    <a:pt x="830422" y="0"/>
                  </a:lnTo>
                  <a:cubicBezTo>
                    <a:pt x="847421" y="0"/>
                    <a:pt x="861201" y="13780"/>
                    <a:pt x="861201" y="30779"/>
                  </a:cubicBezTo>
                  <a:lnTo>
                    <a:pt x="861201" y="208157"/>
                  </a:lnTo>
                  <a:cubicBezTo>
                    <a:pt x="861201" y="225156"/>
                    <a:pt x="847421" y="238936"/>
                    <a:pt x="830422" y="238936"/>
                  </a:cubicBezTo>
                  <a:lnTo>
                    <a:pt x="30779" y="238936"/>
                  </a:lnTo>
                  <a:cubicBezTo>
                    <a:pt x="13780" y="238936"/>
                    <a:pt x="0" y="225156"/>
                    <a:pt x="0" y="208157"/>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861201" cy="286561"/>
            </a:xfrm>
            <a:prstGeom prst="rect">
              <a:avLst/>
            </a:prstGeom>
          </p:spPr>
          <p:txBody>
            <a:bodyPr anchor="ctr" rtlCol="false" tIns="50800" lIns="50800" bIns="50800" rIns="50800"/>
            <a:lstStyle/>
            <a:p>
              <a:pPr algn="ctr">
                <a:lnSpc>
                  <a:spcPts val="2800"/>
                </a:lnSpc>
              </a:pPr>
            </a:p>
          </p:txBody>
        </p:sp>
      </p:grpSp>
      <p:grpSp>
        <p:nvGrpSpPr>
          <p:cNvPr name="!!S3_Shp14" id="155"/>
          <p:cNvGrpSpPr/>
          <p:nvPr/>
        </p:nvGrpSpPr>
        <p:grpSpPr>
          <a:xfrm rot="0">
            <a:off x="17464164" y="13000979"/>
            <a:ext cx="3269874" cy="907211"/>
            <a:chOff x="0" y="0"/>
            <a:chExt cx="861201" cy="238936"/>
          </a:xfrm>
        </p:grpSpPr>
        <p:sp>
          <p:nvSpPr>
            <p:cNvPr name="Freeform 15" id="15"/>
            <p:cNvSpPr/>
            <p:nvPr/>
          </p:nvSpPr>
          <p:spPr>
            <a:xfrm flipH="false" flipV="false" rot="0">
              <a:off x="0" y="0"/>
              <a:ext cx="861201" cy="238936"/>
            </a:xfrm>
            <a:custGeom>
              <a:avLst/>
              <a:gdLst/>
              <a:ahLst/>
              <a:cxnLst/>
              <a:rect r="r" b="b" t="t" l="l"/>
              <a:pathLst>
                <a:path h="238936" w="861201">
                  <a:moveTo>
                    <a:pt x="30779" y="0"/>
                  </a:moveTo>
                  <a:lnTo>
                    <a:pt x="830422" y="0"/>
                  </a:lnTo>
                  <a:cubicBezTo>
                    <a:pt x="847421" y="0"/>
                    <a:pt x="861201" y="13780"/>
                    <a:pt x="861201" y="30779"/>
                  </a:cubicBezTo>
                  <a:lnTo>
                    <a:pt x="861201" y="208157"/>
                  </a:lnTo>
                  <a:cubicBezTo>
                    <a:pt x="861201" y="225156"/>
                    <a:pt x="847421" y="238936"/>
                    <a:pt x="830422" y="238936"/>
                  </a:cubicBezTo>
                  <a:lnTo>
                    <a:pt x="30779" y="238936"/>
                  </a:lnTo>
                  <a:cubicBezTo>
                    <a:pt x="13780" y="238936"/>
                    <a:pt x="0" y="225156"/>
                    <a:pt x="0" y="208157"/>
                  </a:cubicBezTo>
                  <a:lnTo>
                    <a:pt x="0" y="30779"/>
                  </a:lnTo>
                  <a:cubicBezTo>
                    <a:pt x="0" y="13780"/>
                    <a:pt x="13780" y="0"/>
                    <a:pt x="3077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6" id="16"/>
            <p:cNvSpPr txBox="true"/>
            <p:nvPr/>
          </p:nvSpPr>
          <p:spPr>
            <a:xfrm>
              <a:off x="0" y="-47625"/>
              <a:ext cx="861201" cy="286561"/>
            </a:xfrm>
            <a:prstGeom prst="rect">
              <a:avLst/>
            </a:prstGeom>
          </p:spPr>
          <p:txBody>
            <a:bodyPr anchor="ctr" rtlCol="false" tIns="50800" lIns="50800" bIns="50800" rIns="50800"/>
            <a:lstStyle/>
            <a:p>
              <a:pPr algn="ctr">
                <a:lnSpc>
                  <a:spcPts val="2800"/>
                </a:lnSpc>
              </a:pPr>
            </a:p>
          </p:txBody>
        </p:sp>
      </p:grpSp>
      <p:grpSp>
        <p:nvGrpSpPr>
          <p:cNvPr name="!!S3_Shp17" id="156"/>
          <p:cNvGrpSpPr/>
          <p:nvPr/>
        </p:nvGrpSpPr>
        <p:grpSpPr>
          <a:xfrm rot="0">
            <a:off x="17464164" y="13051065"/>
            <a:ext cx="3269874" cy="907211"/>
            <a:chOff x="0" y="0"/>
            <a:chExt cx="861201" cy="238936"/>
          </a:xfrm>
        </p:grpSpPr>
        <p:sp>
          <p:nvSpPr>
            <p:cNvPr name="Freeform 18" id="18"/>
            <p:cNvSpPr/>
            <p:nvPr/>
          </p:nvSpPr>
          <p:spPr>
            <a:xfrm flipH="false" flipV="false" rot="0">
              <a:off x="0" y="0"/>
              <a:ext cx="861201" cy="238936"/>
            </a:xfrm>
            <a:custGeom>
              <a:avLst/>
              <a:gdLst/>
              <a:ahLst/>
              <a:cxnLst/>
              <a:rect r="r" b="b" t="t" l="l"/>
              <a:pathLst>
                <a:path h="238936" w="861201">
                  <a:moveTo>
                    <a:pt x="30779" y="0"/>
                  </a:moveTo>
                  <a:lnTo>
                    <a:pt x="830422" y="0"/>
                  </a:lnTo>
                  <a:cubicBezTo>
                    <a:pt x="847421" y="0"/>
                    <a:pt x="861201" y="13780"/>
                    <a:pt x="861201" y="30779"/>
                  </a:cubicBezTo>
                  <a:lnTo>
                    <a:pt x="861201" y="208157"/>
                  </a:lnTo>
                  <a:cubicBezTo>
                    <a:pt x="861201" y="225156"/>
                    <a:pt x="847421" y="238936"/>
                    <a:pt x="830422" y="238936"/>
                  </a:cubicBezTo>
                  <a:lnTo>
                    <a:pt x="30779" y="238936"/>
                  </a:lnTo>
                  <a:cubicBezTo>
                    <a:pt x="13780" y="238936"/>
                    <a:pt x="0" y="225156"/>
                    <a:pt x="0" y="208157"/>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861201" cy="286561"/>
            </a:xfrm>
            <a:prstGeom prst="rect">
              <a:avLst/>
            </a:prstGeom>
          </p:spPr>
          <p:txBody>
            <a:bodyPr anchor="ctr" rtlCol="false" tIns="50800" lIns="50800" bIns="50800" rIns="50800"/>
            <a:lstStyle/>
            <a:p>
              <a:pPr algn="ctr">
                <a:lnSpc>
                  <a:spcPts val="2800"/>
                </a:lnSpc>
              </a:pPr>
            </a:p>
          </p:txBody>
        </p:sp>
      </p:grpSp>
      <p:sp>
        <p:nvSpPr>
          <p:cNvPr name="!!S3_Shp20" id="157"/>
          <p:cNvSpPr/>
          <p:nvPr/>
        </p:nvSpPr>
        <p:spPr>
          <a:xfrm flipH="false" flipV="false" rot="0">
            <a:off x="29704129" y="13306554"/>
            <a:ext cx="2185571" cy="1720640"/>
          </a:xfrm>
          <a:custGeom>
            <a:avLst/>
            <a:gdLst/>
            <a:ahLst/>
            <a:cxnLst/>
            <a:rect r="r" b="b" t="t" l="l"/>
            <a:pathLst>
              <a:path h="1720640" w="2185571">
                <a:moveTo>
                  <a:pt x="0" y="0"/>
                </a:moveTo>
                <a:lnTo>
                  <a:pt x="2185571" y="0"/>
                </a:lnTo>
                <a:lnTo>
                  <a:pt x="2185571" y="1720640"/>
                </a:lnTo>
                <a:lnTo>
                  <a:pt x="0" y="17206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3_Shp21" id="158"/>
          <p:cNvSpPr/>
          <p:nvPr/>
        </p:nvSpPr>
        <p:spPr>
          <a:xfrm flipH="false" flipV="false" rot="0">
            <a:off x="21355625" y="2112629"/>
            <a:ext cx="1643186" cy="1643186"/>
          </a:xfrm>
          <a:custGeom>
            <a:avLst/>
            <a:gdLst/>
            <a:ahLst/>
            <a:cxnLst/>
            <a:rect r="r" b="b" t="t" l="l"/>
            <a:pathLst>
              <a:path h="1643186" w="1643186">
                <a:moveTo>
                  <a:pt x="0" y="0"/>
                </a:moveTo>
                <a:lnTo>
                  <a:pt x="1643185" y="0"/>
                </a:lnTo>
                <a:lnTo>
                  <a:pt x="1643185" y="1643186"/>
                </a:lnTo>
                <a:lnTo>
                  <a:pt x="0" y="16431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3_Shp22" id="159"/>
          <p:cNvSpPr txBox="true"/>
          <p:nvPr/>
        </p:nvSpPr>
        <p:spPr>
          <a:xfrm rot="0">
            <a:off x="21045095" y="13171465"/>
            <a:ext cx="8680038"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a:t>
            </a:r>
            <a:r>
              <a:rPr lang="en-US" sz="2499">
                <a:solidFill>
                  <a:srgbClr val="082009"/>
                </a:solidFill>
                <a:latin typeface="Fira Sans"/>
                <a:ea typeface="Fira Sans"/>
                <a:cs typeface="Fira Sans"/>
                <a:sym typeface="Fira Sans"/>
              </a:rPr>
              <a:t>ebih dari 3 tahun mengembangkan konten media digital.</a:t>
            </a:r>
          </a:p>
        </p:txBody>
      </p:sp>
      <p:sp>
        <p:nvSpPr>
          <p:cNvPr name="!!S3_Shp23" id="160"/>
          <p:cNvSpPr txBox="true"/>
          <p:nvPr/>
        </p:nvSpPr>
        <p:spPr>
          <a:xfrm rot="0">
            <a:off x="22794737" y="12923256"/>
            <a:ext cx="3806576"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DIRI</a:t>
            </a:r>
          </a:p>
        </p:txBody>
      </p:sp>
      <p:sp>
        <p:nvSpPr>
          <p:cNvPr name="!!S3_Shp26" id="161"/>
          <p:cNvSpPr txBox="true"/>
          <p:nvPr/>
        </p:nvSpPr>
        <p:spPr>
          <a:xfrm rot="0">
            <a:off x="22121764" y="2027831"/>
            <a:ext cx="9888196" cy="1111250"/>
          </a:xfrm>
          <a:prstGeom prst="rect">
            <a:avLst/>
          </a:prstGeom>
        </p:spPr>
        <p:txBody>
          <a:bodyPr anchor="t" rtlCol="false" tIns="0" lIns="0" bIns="0" rIns="0">
            <a:spAutoFit/>
          </a:bodyPr>
          <a:lstStyle/>
          <a:p>
            <a:pPr algn="just">
              <a:lnSpc>
                <a:spcPts val="9100"/>
              </a:lnSpc>
            </a:pPr>
            <a:r>
              <a:rPr lang="en-US" sz="6500">
                <a:solidFill>
                  <a:srgbClr val="082009"/>
                </a:solidFill>
                <a:latin typeface="Notable"/>
                <a:ea typeface="Notable"/>
                <a:cs typeface="Notable"/>
                <a:sym typeface="Notable"/>
              </a:rPr>
              <a:t>K</a:t>
            </a:r>
            <a:r>
              <a:rPr lang="en-US" sz="6500">
                <a:solidFill>
                  <a:srgbClr val="082009"/>
                </a:solidFill>
                <a:latin typeface="Notable"/>
                <a:ea typeface="Notable"/>
                <a:cs typeface="Notable"/>
                <a:sym typeface="Notable"/>
              </a:rPr>
              <a:t>evin Pratama</a:t>
            </a:r>
          </a:p>
        </p:txBody>
      </p:sp>
      <p:sp>
        <p:nvSpPr>
          <p:cNvPr name="!!S3_Shp27" id="162"/>
          <p:cNvSpPr txBox="true"/>
          <p:nvPr/>
        </p:nvSpPr>
        <p:spPr>
          <a:xfrm rot="0">
            <a:off x="22121764" y="3091456"/>
            <a:ext cx="4782862" cy="606425"/>
          </a:xfrm>
          <a:prstGeom prst="rect">
            <a:avLst/>
          </a:prstGeom>
        </p:spPr>
        <p:txBody>
          <a:bodyPr anchor="t" rtlCol="false" tIns="0" lIns="0" bIns="0" rIns="0">
            <a:spAutoFit/>
          </a:bodyPr>
          <a:lstStyle/>
          <a:p>
            <a:pPr algn="just">
              <a:lnSpc>
                <a:spcPts val="4900"/>
              </a:lnSpc>
            </a:pPr>
            <a:r>
              <a:rPr lang="en-US" sz="3500">
                <a:solidFill>
                  <a:srgbClr val="082009"/>
                </a:solidFill>
                <a:latin typeface="Fira Sans"/>
                <a:ea typeface="Fira Sans"/>
                <a:cs typeface="Fira Sans"/>
                <a:sym typeface="Fira Sans"/>
              </a:rPr>
              <a:t>Kreator </a:t>
            </a:r>
            <a:r>
              <a:rPr lang="en-US" sz="3500">
                <a:solidFill>
                  <a:srgbClr val="082009"/>
                </a:solidFill>
                <a:latin typeface="Fira Sans"/>
                <a:ea typeface="Fira Sans"/>
                <a:cs typeface="Fira Sans"/>
                <a:sym typeface="Fira Sans"/>
              </a:rPr>
              <a:t>Konten Digital</a:t>
            </a:r>
          </a:p>
        </p:txBody>
      </p:sp>
      <p:sp>
        <p:nvSpPr>
          <p:cNvPr name="!!S3_Shp28" id="163"/>
          <p:cNvSpPr txBox="true"/>
          <p:nvPr/>
        </p:nvSpPr>
        <p:spPr>
          <a:xfrm rot="0">
            <a:off x="17986896" y="13171465"/>
            <a:ext cx="2224411" cy="422275"/>
          </a:xfrm>
          <a:prstGeom prst="rect">
            <a:avLst/>
          </a:prstGeom>
        </p:spPr>
        <p:txBody>
          <a:bodyPr anchor="t" rtlCol="false" tIns="0" lIns="0" bIns="0" rIns="0">
            <a:spAutoFit/>
          </a:bodyPr>
          <a:lstStyle/>
          <a:p>
            <a:pPr algn="just">
              <a:lnSpc>
                <a:spcPts val="3499"/>
              </a:lnSpc>
            </a:pPr>
            <a:r>
              <a:rPr lang="en-US" sz="2499">
                <a:solidFill>
                  <a:srgbClr val="FDFDFD"/>
                </a:solidFill>
                <a:latin typeface="Fira Sans"/>
                <a:ea typeface="Fira Sans"/>
                <a:cs typeface="Fira Sans"/>
                <a:sym typeface="Fira Sans"/>
              </a:rPr>
              <a:t>Pengalaman</a:t>
            </a:r>
          </a:p>
        </p:txBody>
      </p:sp>
      <p:sp>
        <p:nvSpPr>
          <p:cNvPr name="!!S3_Shp29" id="164"/>
          <p:cNvSpPr txBox="true"/>
          <p:nvPr/>
        </p:nvSpPr>
        <p:spPr>
          <a:xfrm rot="0">
            <a:off x="17986896" y="13219635"/>
            <a:ext cx="2224411"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Fokus Konten</a:t>
            </a:r>
          </a:p>
        </p:txBody>
      </p:sp>
      <p:sp>
        <p:nvSpPr>
          <p:cNvPr name="!!S3_Shp30" id="165"/>
          <p:cNvSpPr txBox="true"/>
          <p:nvPr/>
        </p:nvSpPr>
        <p:spPr>
          <a:xfrm rot="0">
            <a:off x="17986896" y="13269721"/>
            <a:ext cx="2224411" cy="422275"/>
          </a:xfrm>
          <a:prstGeom prst="rect">
            <a:avLst/>
          </a:prstGeom>
        </p:spPr>
        <p:txBody>
          <a:bodyPr anchor="t" rtlCol="false" tIns="0" lIns="0" bIns="0" rIns="0">
            <a:spAutoFit/>
          </a:bodyPr>
          <a:lstStyle/>
          <a:p>
            <a:pPr algn="just">
              <a:lnSpc>
                <a:spcPts val="3499"/>
              </a:lnSpc>
            </a:pPr>
            <a:r>
              <a:rPr lang="en-US" sz="2499">
                <a:solidFill>
                  <a:srgbClr val="FDFDFD"/>
                </a:solidFill>
                <a:latin typeface="Fira Sans"/>
                <a:ea typeface="Fira Sans"/>
                <a:cs typeface="Fira Sans"/>
                <a:sym typeface="Fira Sans"/>
              </a:rPr>
              <a:t>Lokasi</a:t>
            </a:r>
          </a:p>
        </p:txBody>
      </p:sp>
      <p:sp>
        <p:nvSpPr>
          <p:cNvPr name="!!S3_Shp31" id="166"/>
          <p:cNvSpPr txBox="true"/>
          <p:nvPr/>
        </p:nvSpPr>
        <p:spPr>
          <a:xfrm rot="0">
            <a:off x="21045095" y="13219635"/>
            <a:ext cx="8680038"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Gaya H</a:t>
            </a:r>
            <a:r>
              <a:rPr lang="en-US" sz="2499">
                <a:solidFill>
                  <a:srgbClr val="082009"/>
                </a:solidFill>
                <a:latin typeface="Fira Sans"/>
                <a:ea typeface="Fira Sans"/>
                <a:cs typeface="Fira Sans"/>
                <a:sym typeface="Fira Sans"/>
              </a:rPr>
              <a:t>idup - Edukasi - Produk - UMKM</a:t>
            </a:r>
          </a:p>
        </p:txBody>
      </p:sp>
      <p:sp>
        <p:nvSpPr>
          <p:cNvPr name="!!S3_Shp32" id="167"/>
          <p:cNvSpPr txBox="true"/>
          <p:nvPr/>
        </p:nvSpPr>
        <p:spPr>
          <a:xfrm rot="0">
            <a:off x="21045095" y="13269721"/>
            <a:ext cx="8680038"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Jl. Mangga M</a:t>
            </a:r>
            <a:r>
              <a:rPr lang="en-US" sz="2499">
                <a:solidFill>
                  <a:srgbClr val="082009"/>
                </a:solidFill>
                <a:latin typeface="Fira Sans"/>
                <a:ea typeface="Fira Sans"/>
                <a:cs typeface="Fira Sans"/>
                <a:sym typeface="Fira Sans"/>
              </a:rPr>
              <a:t>uda 17A, Cilandak, Jakarta Selatan 12310</a:t>
            </a:r>
          </a:p>
        </p:txBody>
      </p:sp>
      <p:sp>
        <p:nvSpPr>
          <p:cNvPr name="!!S3_Shp33" id="168"/>
          <p:cNvSpPr txBox="true"/>
          <p:nvPr/>
        </p:nvSpPr>
        <p:spPr>
          <a:xfrm rot="0">
            <a:off x="17464164" y="12923256"/>
            <a:ext cx="5792679"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PROFIL</a:t>
            </a:r>
          </a:p>
        </p:txBody>
      </p:sp>
      <p:sp>
        <p:nvSpPr>
          <p:cNvPr name="!!S3_Shp34" id="169"/>
          <p:cNvSpPr/>
          <p:nvPr/>
        </p:nvSpPr>
        <p:spPr>
          <a:xfrm flipH="false" flipV="false" rot="0">
            <a:off x="30504537" y="13764771"/>
            <a:ext cx="618782" cy="1754278"/>
          </a:xfrm>
          <a:custGeom>
            <a:avLst/>
            <a:gdLst/>
            <a:ahLst/>
            <a:cxnLst/>
            <a:rect r="r" b="b" t="t" l="l"/>
            <a:pathLst>
              <a:path h="1754278" w="618782">
                <a:moveTo>
                  <a:pt x="0" y="0"/>
                </a:moveTo>
                <a:lnTo>
                  <a:pt x="618782" y="0"/>
                </a:lnTo>
                <a:lnTo>
                  <a:pt x="618782" y="1754278"/>
                </a:lnTo>
                <a:lnTo>
                  <a:pt x="0" y="17542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S1_Shp3" id="170"/>
          <p:cNvSpPr txBox="true"/>
          <p:nvPr/>
        </p:nvSpPr>
        <p:spPr>
          <a:xfrm rot="0">
            <a:off x="-20025673" y="-4041625"/>
            <a:ext cx="15763347" cy="2041625"/>
          </a:xfrm>
          <a:prstGeom prst="rect">
            <a:avLst/>
          </a:prstGeom>
        </p:spPr>
        <p:txBody>
          <a:bodyPr anchor="t" rtlCol="false" tIns="0" lIns="0" bIns="0" rIns="0">
            <a:spAutoFit/>
          </a:bodyPr>
          <a:lstStyle/>
          <a:p>
            <a:pPr algn="ctr">
              <a:lnSpc>
                <a:spcPts val="16738"/>
              </a:lnSpc>
            </a:pPr>
            <a:r>
              <a:rPr lang="en-US" sz="11956">
                <a:solidFill>
                  <a:srgbClr val="165325">
                    <a:alpha val="8627"/>
                  </a:srgbClr>
                </a:solidFill>
                <a:latin typeface="Notable"/>
                <a:ea typeface="Notable"/>
                <a:cs typeface="Notable"/>
                <a:sym typeface="Notable"/>
              </a:rPr>
              <a:t>PORTOFOLIO</a:t>
            </a:r>
          </a:p>
        </p:txBody>
      </p:sp>
      <p:sp>
        <p:nvSpPr>
          <p:cNvPr name="!!S1_Shp4" id="171"/>
          <p:cNvSpPr txBox="true"/>
          <p:nvPr/>
        </p:nvSpPr>
        <p:spPr>
          <a:xfrm rot="0">
            <a:off x="-12969697" y="6257928"/>
            <a:ext cx="8155651" cy="1377949"/>
          </a:xfrm>
          <a:prstGeom prst="rect">
            <a:avLst/>
          </a:prstGeom>
        </p:spPr>
        <p:txBody>
          <a:bodyPr anchor="t" rtlCol="false" tIns="0" lIns="0" bIns="0" rIns="0">
            <a:spAutoFit/>
          </a:bodyPr>
          <a:lstStyle/>
          <a:p>
            <a:pPr algn="l">
              <a:lnSpc>
                <a:spcPts val="11200"/>
              </a:lnSpc>
            </a:pPr>
            <a:r>
              <a:rPr lang="en-US" sz="8000">
                <a:gradFill>
                  <a:gsLst>
                    <a:gs pos="0">
                      <a:srgbClr val="19621D">
                        <a:alpha val="100000"/>
                      </a:srgbClr>
                    </a:gs>
                    <a:gs pos="50000">
                      <a:srgbClr val="0A3931">
                        <a:alpha val="100000"/>
                      </a:srgbClr>
                    </a:gs>
                    <a:gs pos="100000">
                      <a:srgbClr val="095B4D">
                        <a:alpha val="100000"/>
                      </a:srgbClr>
                    </a:gs>
                  </a:gsLst>
                  <a:lin ang="5400000"/>
                </a:gradFill>
                <a:latin typeface="Fira Sans"/>
                <a:ea typeface="Fira Sans"/>
                <a:cs typeface="Fira Sans"/>
                <a:sym typeface="Fira Sans"/>
              </a:rPr>
              <a:t>Kevin Pratama</a:t>
            </a:r>
          </a:p>
        </p:txBody>
      </p:sp>
      <p:sp>
        <p:nvSpPr>
          <p:cNvPr name="!!S1_Shp5" id="172"/>
          <p:cNvSpPr/>
          <p:nvPr/>
        </p:nvSpPr>
        <p:spPr>
          <a:xfrm flipV="true">
            <a:off x="-10508943" y="7329491"/>
            <a:ext cx="6046512" cy="23812"/>
          </a:xfrm>
          <a:prstGeom prst="line">
            <a:avLst/>
          </a:prstGeom>
          <a:ln cap="flat" w="19050">
            <a:solidFill>
              <a:srgbClr val="165325"/>
            </a:solidFill>
            <a:prstDash val="solid"/>
            <a:headEnd type="none" len="sm" w="sm"/>
            <a:tailEnd type="none" len="sm" w="sm"/>
          </a:ln>
        </p:spPr>
        <p:txBody>
          <a:bodyPr/>
          <a:p/>
        </p:txBody>
      </p:sp>
      <p:sp>
        <p:nvSpPr>
          <p:cNvPr name="!!S1_Shp6" id="173"/>
          <p:cNvSpPr/>
          <p:nvPr/>
        </p:nvSpPr>
        <p:spPr>
          <a:xfrm>
            <a:off x="-16508942" y="-2000000"/>
            <a:ext cx="11556428" cy="0"/>
          </a:xfrm>
          <a:prstGeom prst="line">
            <a:avLst/>
          </a:prstGeom>
          <a:ln cap="flat" w="19050">
            <a:solidFill>
              <a:srgbClr val="165325"/>
            </a:solidFill>
            <a:prstDash val="solid"/>
            <a:headEnd type="none" len="sm" w="sm"/>
            <a:tailEnd type="none" len="sm" w="sm"/>
          </a:ln>
        </p:spPr>
        <p:txBody>
          <a:bodyPr/>
          <a:p/>
        </p:txBody>
      </p:sp>
      <p:grpSp>
        <p:nvGrpSpPr>
          <p:cNvPr name="!!S1_Shp7" id="174"/>
          <p:cNvGrpSpPr/>
          <p:nvPr/>
        </p:nvGrpSpPr>
        <p:grpSpPr>
          <a:xfrm rot="0">
            <a:off x="-7057182" y="-3279411"/>
            <a:ext cx="2801829" cy="1279411"/>
            <a:chOff x="0" y="0"/>
            <a:chExt cx="737930" cy="336964"/>
          </a:xfrm>
        </p:grpSpPr>
        <p:sp>
          <p:nvSpPr>
            <p:cNvPr name="Freeform 8" id="8"/>
            <p:cNvSpPr/>
            <p:nvPr/>
          </p:nvSpPr>
          <p:spPr>
            <a:xfrm flipH="false" flipV="false" rot="0">
              <a:off x="0" y="0"/>
              <a:ext cx="737930" cy="336964"/>
            </a:xfrm>
            <a:custGeom>
              <a:avLst/>
              <a:gdLst/>
              <a:ahLst/>
              <a:cxnLst/>
              <a:rect r="r" b="b" t="t" l="l"/>
              <a:pathLst>
                <a:path h="336964" w="737930">
                  <a:moveTo>
                    <a:pt x="71842" y="0"/>
                  </a:moveTo>
                  <a:lnTo>
                    <a:pt x="666088" y="0"/>
                  </a:lnTo>
                  <a:cubicBezTo>
                    <a:pt x="705765" y="0"/>
                    <a:pt x="737930" y="32165"/>
                    <a:pt x="737930" y="71842"/>
                  </a:cubicBezTo>
                  <a:lnTo>
                    <a:pt x="737930" y="265122"/>
                  </a:lnTo>
                  <a:cubicBezTo>
                    <a:pt x="737930" y="284176"/>
                    <a:pt x="730361" y="302449"/>
                    <a:pt x="716888" y="315922"/>
                  </a:cubicBezTo>
                  <a:cubicBezTo>
                    <a:pt x="703415" y="329395"/>
                    <a:pt x="685142" y="336964"/>
                    <a:pt x="666088" y="336964"/>
                  </a:cubicBezTo>
                  <a:lnTo>
                    <a:pt x="71842" y="336964"/>
                  </a:lnTo>
                  <a:cubicBezTo>
                    <a:pt x="32165" y="336964"/>
                    <a:pt x="0" y="304799"/>
                    <a:pt x="0" y="265122"/>
                  </a:cubicBezTo>
                  <a:lnTo>
                    <a:pt x="0" y="71842"/>
                  </a:lnTo>
                  <a:cubicBezTo>
                    <a:pt x="0" y="52789"/>
                    <a:pt x="7569" y="34515"/>
                    <a:pt x="21042" y="21042"/>
                  </a:cubicBezTo>
                  <a:cubicBezTo>
                    <a:pt x="34515" y="7569"/>
                    <a:pt x="52789" y="0"/>
                    <a:pt x="71842"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737930" cy="384589"/>
            </a:xfrm>
            <a:prstGeom prst="rect">
              <a:avLst/>
            </a:prstGeom>
          </p:spPr>
          <p:txBody>
            <a:bodyPr anchor="ctr" rtlCol="false" tIns="50800" lIns="50800" bIns="50800" rIns="50800"/>
            <a:lstStyle/>
            <a:p>
              <a:pPr algn="ctr">
                <a:lnSpc>
                  <a:spcPts val="2800"/>
                </a:lnSpc>
              </a:pPr>
            </a:p>
          </p:txBody>
        </p:sp>
      </p:grpSp>
      <p:sp>
        <p:nvSpPr>
          <p:cNvPr name="!!S1_Shp10" id="175"/>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_Shp11" id="176"/>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_Shp12" id="177"/>
          <p:cNvSpPr/>
          <p:nvPr/>
        </p:nvSpPr>
        <p:spPr>
          <a:xfrm flipH="false" flipV="false" rot="0">
            <a:off x="-5952453" y="-871708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_Shp13" id="178"/>
          <p:cNvSpPr/>
          <p:nvPr/>
        </p:nvSpPr>
        <p:spPr>
          <a:xfrm flipH="false" flipV="false" rot="0">
            <a:off x="-5952453" y="-8717080"/>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_Shp14" id="179"/>
          <p:cNvSpPr/>
          <p:nvPr/>
        </p:nvSpPr>
        <p:spPr>
          <a:xfrm flipH="false" flipV="false" rot="0">
            <a:off x="-4560265" y="6964003"/>
            <a:ext cx="465819" cy="1320621"/>
          </a:xfrm>
          <a:custGeom>
            <a:avLst/>
            <a:gdLst/>
            <a:ahLst/>
            <a:cxnLst/>
            <a:rect r="r" b="b" t="t" l="l"/>
            <a:pathLst>
              <a:path h="1320621" w="465819">
                <a:moveTo>
                  <a:pt x="0" y="0"/>
                </a:moveTo>
                <a:lnTo>
                  <a:pt x="465819" y="0"/>
                </a:lnTo>
                <a:lnTo>
                  <a:pt x="465819" y="1320621"/>
                </a:lnTo>
                <a:lnTo>
                  <a:pt x="0" y="13206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1_Shp15" id="180"/>
          <p:cNvSpPr txBox="true"/>
          <p:nvPr/>
        </p:nvSpPr>
        <p:spPr>
          <a:xfrm rot="0">
            <a:off x="-19677549" y="-4041625"/>
            <a:ext cx="15067097" cy="2041625"/>
          </a:xfrm>
          <a:prstGeom prst="rect">
            <a:avLst/>
          </a:prstGeom>
        </p:spPr>
        <p:txBody>
          <a:bodyPr anchor="t" rtlCol="false" tIns="0" lIns="0" bIns="0" rIns="0">
            <a:spAutoFit/>
          </a:bodyPr>
          <a:lstStyle/>
          <a:p>
            <a:pPr algn="ctr">
              <a:lnSpc>
                <a:spcPts val="16738"/>
              </a:lnSpc>
            </a:pPr>
            <a:r>
              <a:rPr lang="en-US" sz="11956">
                <a:solidFill>
                  <a:srgbClr val="082009">
                    <a:alpha val="38824"/>
                  </a:srgbClr>
                </a:solidFill>
                <a:latin typeface="Notable"/>
                <a:ea typeface="Notable"/>
                <a:cs typeface="Notable"/>
                <a:sym typeface="Notable"/>
              </a:rPr>
              <a:t>PORTOFOLIO</a:t>
            </a:r>
          </a:p>
        </p:txBody>
      </p:sp>
      <p:sp>
        <p:nvSpPr>
          <p:cNvPr name="!!S1_Shp16" id="181"/>
          <p:cNvSpPr/>
          <p:nvPr/>
        </p:nvSpPr>
        <p:spPr>
          <a:xfrm flipH="false" flipV="true" rot="0">
            <a:off x="-5426463" y="-3320621"/>
            <a:ext cx="465819" cy="1320621"/>
          </a:xfrm>
          <a:custGeom>
            <a:avLst/>
            <a:gdLst/>
            <a:ahLst/>
            <a:cxnLst/>
            <a:rect r="r" b="b" t="t" l="l"/>
            <a:pathLst>
              <a:path h="1320621" w="465819">
                <a:moveTo>
                  <a:pt x="0" y="1320620"/>
                </a:moveTo>
                <a:lnTo>
                  <a:pt x="465819" y="1320620"/>
                </a:lnTo>
                <a:lnTo>
                  <a:pt x="465819" y="0"/>
                </a:lnTo>
                <a:lnTo>
                  <a:pt x="0" y="0"/>
                </a:lnTo>
                <a:lnTo>
                  <a:pt x="0" y="132062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1_Shp17" id="182"/>
          <p:cNvSpPr/>
          <p:nvPr/>
        </p:nvSpPr>
        <p:spPr>
          <a:xfrm flipH="false" flipV="false" rot="0">
            <a:off x="-5778863" y="-2904475"/>
            <a:ext cx="1652696" cy="904475"/>
          </a:xfrm>
          <a:custGeom>
            <a:avLst/>
            <a:gdLst/>
            <a:ahLst/>
            <a:cxnLst/>
            <a:rect r="r" b="b" t="t" l="l"/>
            <a:pathLst>
              <a:path h="904475" w="1652696">
                <a:moveTo>
                  <a:pt x="0" y="0"/>
                </a:moveTo>
                <a:lnTo>
                  <a:pt x="1652695" y="0"/>
                </a:lnTo>
                <a:lnTo>
                  <a:pt x="1652695" y="904475"/>
                </a:lnTo>
                <a:lnTo>
                  <a:pt x="0" y="9044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1_Shp18" id="183"/>
          <p:cNvSpPr txBox="true"/>
          <p:nvPr/>
        </p:nvSpPr>
        <p:spPr>
          <a:xfrm rot="0">
            <a:off x="-17960644" y="-4041625"/>
            <a:ext cx="13633288" cy="2041625"/>
          </a:xfrm>
          <a:prstGeom prst="rect">
            <a:avLst/>
          </a:prstGeom>
        </p:spPr>
        <p:txBody>
          <a:bodyPr anchor="t" rtlCol="false" tIns="0" lIns="0" bIns="0" rIns="0">
            <a:spAutoFit/>
          </a:bodyPr>
          <a:lstStyle/>
          <a:p>
            <a:pPr algn="ctr">
              <a:lnSpc>
                <a:spcPts val="16738"/>
              </a:lnSpc>
            </a:pPr>
            <a:r>
              <a:rPr lang="en-US" sz="11956">
                <a:gradFill>
                  <a:gsLst>
                    <a:gs pos="0">
                      <a:srgbClr val="19621D">
                        <a:alpha val="100000"/>
                      </a:srgbClr>
                    </a:gs>
                    <a:gs pos="100000">
                      <a:srgbClr val="0A3931">
                        <a:alpha val="100000"/>
                      </a:srgbClr>
                    </a:gs>
                  </a:gsLst>
                  <a:lin ang="2700000"/>
                </a:gradFill>
                <a:latin typeface="Notable"/>
                <a:ea typeface="Notable"/>
                <a:cs typeface="Notable"/>
                <a:sym typeface="Notable"/>
              </a:rPr>
              <a:t>PORTOFOLIO</a:t>
            </a:r>
          </a:p>
        </p:txBody>
      </p:sp>
      <p:sp>
        <p:nvSpPr>
          <p:cNvPr name="!!S1_Shp19" id="184"/>
          <p:cNvSpPr txBox="true"/>
          <p:nvPr/>
        </p:nvSpPr>
        <p:spPr>
          <a:xfrm rot="0">
            <a:off x="-8368392" y="6650041"/>
            <a:ext cx="3500715" cy="679450"/>
          </a:xfrm>
          <a:prstGeom prst="rect">
            <a:avLst/>
          </a:prstGeom>
        </p:spPr>
        <p:txBody>
          <a:bodyPr anchor="t" rtlCol="false" tIns="0" lIns="0" bIns="0" rIns="0">
            <a:spAutoFit/>
          </a:bodyPr>
          <a:lstStyle/>
          <a:p>
            <a:pPr algn="r">
              <a:lnSpc>
                <a:spcPts val="5599"/>
              </a:lnSpc>
            </a:pPr>
            <a:r>
              <a:rPr lang="en-US" sz="3999">
                <a:solidFill>
                  <a:srgbClr val="082009"/>
                </a:solidFill>
                <a:latin typeface="Fira Sans"/>
                <a:ea typeface="Fira Sans"/>
                <a:cs typeface="Fira Sans"/>
                <a:sym typeface="Fira Sans"/>
              </a:rPr>
              <a:t>Kreator</a:t>
            </a:r>
          </a:p>
        </p:txBody>
      </p:sp>
      <p:sp>
        <p:nvSpPr>
          <p:cNvPr name="!!S1_Shp20" id="185"/>
          <p:cNvSpPr txBox="true"/>
          <p:nvPr/>
        </p:nvSpPr>
        <p:spPr>
          <a:xfrm rot="0">
            <a:off x="-7529415" y="-2349250"/>
            <a:ext cx="3500715"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a:t>
            </a:r>
          </a:p>
        </p:txBody>
      </p:sp>
      <p:sp>
        <p:nvSpPr>
          <p:cNvPr name="!!S1_Shp21" id="186"/>
          <p:cNvSpPr txBox="true"/>
          <p:nvPr/>
        </p:nvSpPr>
        <p:spPr>
          <a:xfrm rot="0">
            <a:off x="-8259300" y="-2349250"/>
            <a:ext cx="3500715" cy="349250"/>
          </a:xfrm>
          <a:prstGeom prst="rect">
            <a:avLst/>
          </a:prstGeom>
        </p:spPr>
        <p:txBody>
          <a:bodyPr anchor="t" rtlCol="false" tIns="0" lIns="0" bIns="0" rIns="0">
            <a:spAutoFit/>
          </a:bodyPr>
          <a:lstStyle/>
          <a:p>
            <a:pPr algn="r">
              <a:lnSpc>
                <a:spcPts val="2800"/>
              </a:lnSpc>
            </a:pPr>
            <a:r>
              <a:rPr lang="en-US" sz="2000">
                <a:solidFill>
                  <a:srgbClr val="082009"/>
                </a:solidFill>
                <a:latin typeface="Fira Sans"/>
                <a:ea typeface="Fira Sans"/>
                <a:cs typeface="Fira Sans"/>
                <a:sym typeface="Fira Sans"/>
              </a:rPr>
              <a:t>2030</a:t>
            </a:r>
          </a:p>
        </p:txBody>
      </p:sp>
      <p:sp>
        <p:nvSpPr>
          <p:cNvPr name="!!S1_Shp22" id="187"/>
          <p:cNvSpPr txBox="true"/>
          <p:nvPr/>
        </p:nvSpPr>
        <p:spPr>
          <a:xfrm rot="0">
            <a:off x="-7529415" y="8909050"/>
            <a:ext cx="3500715"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www.situssupercanggih.co.id</a:t>
            </a:r>
          </a:p>
        </p:txBody>
      </p:sp>
      <p:sp>
        <p:nvSpPr>
          <p:cNvPr name="!!S1_Shp23" id="188"/>
          <p:cNvSpPr txBox="true"/>
          <p:nvPr/>
        </p:nvSpPr>
        <p:spPr>
          <a:xfrm rot="0">
            <a:off x="-8259300" y="8909050"/>
            <a:ext cx="3500715" cy="349250"/>
          </a:xfrm>
          <a:prstGeom prst="rect">
            <a:avLst/>
          </a:prstGeom>
        </p:spPr>
        <p:txBody>
          <a:bodyPr anchor="t" rtlCol="false" tIns="0" lIns="0" bIns="0" rIns="0">
            <a:spAutoFit/>
          </a:bodyPr>
          <a:lstStyle/>
          <a:p>
            <a:pPr algn="r">
              <a:lnSpc>
                <a:spcPts val="2800"/>
              </a:lnSpc>
            </a:pPr>
            <a:r>
              <a:rPr lang="en-US" sz="2000">
                <a:solidFill>
                  <a:srgbClr val="082009"/>
                </a:solidFill>
                <a:latin typeface="Fira Sans"/>
                <a:ea typeface="Fira Sans"/>
                <a:cs typeface="Fira Sans"/>
                <a:sym typeface="Fira Sans"/>
              </a:rPr>
              <a:t>@situssupercanggih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008" t="-12295" r="-2792" b="-13020"/>
            </a:stretch>
          </a:blipFill>
        </p:spPr>
        <p:txBody>
          <a:bodyPr/>
          <a:p/>
        </p:txBody>
      </p:sp>
      <p:sp>
        <p:nvSpPr>
          <p:cNvPr name="!!S3_Shp3" id="3"/>
          <p:cNvSpPr/>
          <p:nvPr/>
        </p:nvSpPr>
        <p:spPr>
          <a:xfrm flipH="false" flipV="false" rot="0">
            <a:off x="-665602" y="5021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3_Shp4" id="4"/>
          <p:cNvSpPr/>
          <p:nvPr/>
        </p:nvSpPr>
        <p:spPr>
          <a:xfrm flipH="false" flipV="false" rot="0">
            <a:off x="-665602"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3_Shp5" id="5"/>
          <p:cNvSpPr/>
          <p:nvPr/>
        </p:nvSpPr>
        <p:spPr>
          <a:xfrm flipH="false" flipV="false" rot="0">
            <a:off x="665602" y="6331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3_Shp6" id="6"/>
          <p:cNvSpPr/>
          <p:nvPr/>
        </p:nvSpPr>
        <p:spPr>
          <a:xfrm flipH="false" flipV="false" rot="0">
            <a:off x="665602" y="-385591"/>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Persistent_HeaderLine" id="7"/>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8"/>
          <p:cNvGrpSpPr/>
          <p:nvPr/>
        </p:nvGrpSpPr>
        <p:grpSpPr>
          <a:xfrm rot="0">
            <a:off x="15278315" y="805237"/>
            <a:ext cx="1980985" cy="639706"/>
            <a:chOff x="0" y="0"/>
            <a:chExt cx="521741" cy="168482"/>
          </a:xfrm>
        </p:grpSpPr>
        <p:sp>
          <p:nvSpPr>
            <p:cNvPr name="Freeform 9" id="9"/>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10" id="10"/>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3_Shp11" id="11"/>
          <p:cNvGrpSpPr/>
          <p:nvPr/>
        </p:nvGrpSpPr>
        <p:grpSpPr>
          <a:xfrm rot="0">
            <a:off x="2833764" y="4165810"/>
            <a:ext cx="3269874" cy="907211"/>
            <a:chOff x="0" y="0"/>
            <a:chExt cx="861201" cy="238936"/>
          </a:xfrm>
        </p:grpSpPr>
        <p:sp>
          <p:nvSpPr>
            <p:cNvPr name="Freeform 12" id="12"/>
            <p:cNvSpPr/>
            <p:nvPr/>
          </p:nvSpPr>
          <p:spPr>
            <a:xfrm flipH="false" flipV="false" rot="0">
              <a:off x="0" y="0"/>
              <a:ext cx="861201" cy="238936"/>
            </a:xfrm>
            <a:custGeom>
              <a:avLst/>
              <a:gdLst/>
              <a:ahLst/>
              <a:cxnLst/>
              <a:rect r="r" b="b" t="t" l="l"/>
              <a:pathLst>
                <a:path h="238936" w="861201">
                  <a:moveTo>
                    <a:pt x="30779" y="0"/>
                  </a:moveTo>
                  <a:lnTo>
                    <a:pt x="830422" y="0"/>
                  </a:lnTo>
                  <a:cubicBezTo>
                    <a:pt x="847421" y="0"/>
                    <a:pt x="861201" y="13780"/>
                    <a:pt x="861201" y="30779"/>
                  </a:cubicBezTo>
                  <a:lnTo>
                    <a:pt x="861201" y="208157"/>
                  </a:lnTo>
                  <a:cubicBezTo>
                    <a:pt x="861201" y="225156"/>
                    <a:pt x="847421" y="238936"/>
                    <a:pt x="830422" y="238936"/>
                  </a:cubicBezTo>
                  <a:lnTo>
                    <a:pt x="30779" y="238936"/>
                  </a:lnTo>
                  <a:cubicBezTo>
                    <a:pt x="13780" y="238936"/>
                    <a:pt x="0" y="225156"/>
                    <a:pt x="0" y="208157"/>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861201" cy="286561"/>
            </a:xfrm>
            <a:prstGeom prst="rect">
              <a:avLst/>
            </a:prstGeom>
          </p:spPr>
          <p:txBody>
            <a:bodyPr anchor="ctr" rtlCol="false" tIns="50800" lIns="50800" bIns="50800" rIns="50800"/>
            <a:lstStyle/>
            <a:p>
              <a:pPr algn="ctr">
                <a:lnSpc>
                  <a:spcPts val="2800"/>
                </a:lnSpc>
              </a:pPr>
            </a:p>
          </p:txBody>
        </p:sp>
      </p:grpSp>
      <p:grpSp>
        <p:nvGrpSpPr>
          <p:cNvPr name="!!S3_Shp14" id="14"/>
          <p:cNvGrpSpPr/>
          <p:nvPr/>
        </p:nvGrpSpPr>
        <p:grpSpPr>
          <a:xfrm rot="0">
            <a:off x="2833764" y="5213979"/>
            <a:ext cx="3269874" cy="907211"/>
            <a:chOff x="0" y="0"/>
            <a:chExt cx="861201" cy="238936"/>
          </a:xfrm>
        </p:grpSpPr>
        <p:sp>
          <p:nvSpPr>
            <p:cNvPr name="Freeform 15" id="15"/>
            <p:cNvSpPr/>
            <p:nvPr/>
          </p:nvSpPr>
          <p:spPr>
            <a:xfrm flipH="false" flipV="false" rot="0">
              <a:off x="0" y="0"/>
              <a:ext cx="861201" cy="238936"/>
            </a:xfrm>
            <a:custGeom>
              <a:avLst/>
              <a:gdLst/>
              <a:ahLst/>
              <a:cxnLst/>
              <a:rect r="r" b="b" t="t" l="l"/>
              <a:pathLst>
                <a:path h="238936" w="861201">
                  <a:moveTo>
                    <a:pt x="30779" y="0"/>
                  </a:moveTo>
                  <a:lnTo>
                    <a:pt x="830422" y="0"/>
                  </a:lnTo>
                  <a:cubicBezTo>
                    <a:pt x="847421" y="0"/>
                    <a:pt x="861201" y="13780"/>
                    <a:pt x="861201" y="30779"/>
                  </a:cubicBezTo>
                  <a:lnTo>
                    <a:pt x="861201" y="208157"/>
                  </a:lnTo>
                  <a:cubicBezTo>
                    <a:pt x="861201" y="225156"/>
                    <a:pt x="847421" y="238936"/>
                    <a:pt x="830422" y="238936"/>
                  </a:cubicBezTo>
                  <a:lnTo>
                    <a:pt x="30779" y="238936"/>
                  </a:lnTo>
                  <a:cubicBezTo>
                    <a:pt x="13780" y="238936"/>
                    <a:pt x="0" y="225156"/>
                    <a:pt x="0" y="208157"/>
                  </a:cubicBezTo>
                  <a:lnTo>
                    <a:pt x="0" y="30779"/>
                  </a:lnTo>
                  <a:cubicBezTo>
                    <a:pt x="0" y="13780"/>
                    <a:pt x="13780" y="0"/>
                    <a:pt x="3077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6" id="16"/>
            <p:cNvSpPr txBox="true"/>
            <p:nvPr/>
          </p:nvSpPr>
          <p:spPr>
            <a:xfrm>
              <a:off x="0" y="-47625"/>
              <a:ext cx="861201" cy="286561"/>
            </a:xfrm>
            <a:prstGeom prst="rect">
              <a:avLst/>
            </a:prstGeom>
          </p:spPr>
          <p:txBody>
            <a:bodyPr anchor="ctr" rtlCol="false" tIns="50800" lIns="50800" bIns="50800" rIns="50800"/>
            <a:lstStyle/>
            <a:p>
              <a:pPr algn="ctr">
                <a:lnSpc>
                  <a:spcPts val="2800"/>
                </a:lnSpc>
              </a:pPr>
            </a:p>
          </p:txBody>
        </p:sp>
      </p:grpSp>
      <p:grpSp>
        <p:nvGrpSpPr>
          <p:cNvPr name="!!S3_Shp17" id="17"/>
          <p:cNvGrpSpPr/>
          <p:nvPr/>
        </p:nvGrpSpPr>
        <p:grpSpPr>
          <a:xfrm rot="0">
            <a:off x="2833764" y="6264065"/>
            <a:ext cx="3269874" cy="907211"/>
            <a:chOff x="0" y="0"/>
            <a:chExt cx="861201" cy="238936"/>
          </a:xfrm>
        </p:grpSpPr>
        <p:sp>
          <p:nvSpPr>
            <p:cNvPr name="Freeform 18" id="18"/>
            <p:cNvSpPr/>
            <p:nvPr/>
          </p:nvSpPr>
          <p:spPr>
            <a:xfrm flipH="false" flipV="false" rot="0">
              <a:off x="0" y="0"/>
              <a:ext cx="861201" cy="238936"/>
            </a:xfrm>
            <a:custGeom>
              <a:avLst/>
              <a:gdLst/>
              <a:ahLst/>
              <a:cxnLst/>
              <a:rect r="r" b="b" t="t" l="l"/>
              <a:pathLst>
                <a:path h="238936" w="861201">
                  <a:moveTo>
                    <a:pt x="30779" y="0"/>
                  </a:moveTo>
                  <a:lnTo>
                    <a:pt x="830422" y="0"/>
                  </a:lnTo>
                  <a:cubicBezTo>
                    <a:pt x="847421" y="0"/>
                    <a:pt x="861201" y="13780"/>
                    <a:pt x="861201" y="30779"/>
                  </a:cubicBezTo>
                  <a:lnTo>
                    <a:pt x="861201" y="208157"/>
                  </a:lnTo>
                  <a:cubicBezTo>
                    <a:pt x="861201" y="225156"/>
                    <a:pt x="847421" y="238936"/>
                    <a:pt x="830422" y="238936"/>
                  </a:cubicBezTo>
                  <a:lnTo>
                    <a:pt x="30779" y="238936"/>
                  </a:lnTo>
                  <a:cubicBezTo>
                    <a:pt x="13780" y="238936"/>
                    <a:pt x="0" y="225156"/>
                    <a:pt x="0" y="208157"/>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861201" cy="286561"/>
            </a:xfrm>
            <a:prstGeom prst="rect">
              <a:avLst/>
            </a:prstGeom>
          </p:spPr>
          <p:txBody>
            <a:bodyPr anchor="ctr" rtlCol="false" tIns="50800" lIns="50800" bIns="50800" rIns="50800"/>
            <a:lstStyle/>
            <a:p>
              <a:pPr algn="ctr">
                <a:lnSpc>
                  <a:spcPts val="2800"/>
                </a:lnSpc>
              </a:pPr>
            </a:p>
          </p:txBody>
        </p:sp>
      </p:grpSp>
      <p:sp>
        <p:nvSpPr>
          <p:cNvPr name="!!S3_Shp20" id="20"/>
          <p:cNvSpPr/>
          <p:nvPr/>
        </p:nvSpPr>
        <p:spPr>
          <a:xfrm flipH="false" flipV="false" rot="0">
            <a:off x="15073729" y="7519554"/>
            <a:ext cx="2185571" cy="1720640"/>
          </a:xfrm>
          <a:custGeom>
            <a:avLst/>
            <a:gdLst/>
            <a:ahLst/>
            <a:cxnLst/>
            <a:rect r="r" b="b" t="t" l="l"/>
            <a:pathLst>
              <a:path h="1720640" w="2185571">
                <a:moveTo>
                  <a:pt x="0" y="0"/>
                </a:moveTo>
                <a:lnTo>
                  <a:pt x="2185571" y="0"/>
                </a:lnTo>
                <a:lnTo>
                  <a:pt x="2185571" y="1720640"/>
                </a:lnTo>
                <a:lnTo>
                  <a:pt x="0" y="17206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3_Shp21" id="21"/>
          <p:cNvSpPr/>
          <p:nvPr/>
        </p:nvSpPr>
        <p:spPr>
          <a:xfrm flipH="false" flipV="false" rot="0">
            <a:off x="10067625" y="2112629"/>
            <a:ext cx="1643186" cy="1643186"/>
          </a:xfrm>
          <a:custGeom>
            <a:avLst/>
            <a:gdLst/>
            <a:ahLst/>
            <a:cxnLst/>
            <a:rect r="r" b="b" t="t" l="l"/>
            <a:pathLst>
              <a:path h="1643186" w="1643186">
                <a:moveTo>
                  <a:pt x="0" y="0"/>
                </a:moveTo>
                <a:lnTo>
                  <a:pt x="1643185" y="0"/>
                </a:lnTo>
                <a:lnTo>
                  <a:pt x="1643185" y="1643186"/>
                </a:lnTo>
                <a:lnTo>
                  <a:pt x="0" y="16431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3_Shp22" id="22"/>
          <p:cNvSpPr txBox="true"/>
          <p:nvPr/>
        </p:nvSpPr>
        <p:spPr>
          <a:xfrm rot="0">
            <a:off x="6414695" y="4384465"/>
            <a:ext cx="8680038"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a:t>
            </a:r>
            <a:r>
              <a:rPr lang="en-US" sz="2499">
                <a:solidFill>
                  <a:srgbClr val="082009"/>
                </a:solidFill>
                <a:latin typeface="Fira Sans"/>
                <a:ea typeface="Fira Sans"/>
                <a:cs typeface="Fira Sans"/>
                <a:sym typeface="Fira Sans"/>
              </a:rPr>
              <a:t>ebih dari 3 tahun mengembangkan konten media digital.</a:t>
            </a:r>
          </a:p>
        </p:txBody>
      </p:sp>
      <p:sp>
        <p:nvSpPr>
          <p:cNvPr name="!!S3_Shp23" id="23"/>
          <p:cNvSpPr txBox="true"/>
          <p:nvPr/>
        </p:nvSpPr>
        <p:spPr>
          <a:xfrm rot="0">
            <a:off x="8164337" y="8136256"/>
            <a:ext cx="3806576"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DIRI</a:t>
            </a:r>
          </a:p>
        </p:txBody>
      </p:sp>
      <p:sp>
        <p:nvSpPr>
          <p:cNvPr name="!!Persistent_PageNumber" id="24"/>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03</a:t>
            </a:r>
          </a:p>
        </p:txBody>
      </p:sp>
      <p:sp>
        <p:nvSpPr>
          <p:cNvPr name="!!Persistent_HeaderTitle" id="25"/>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3_Shp26" id="26"/>
          <p:cNvSpPr txBox="true"/>
          <p:nvPr/>
        </p:nvSpPr>
        <p:spPr>
          <a:xfrm rot="0">
            <a:off x="2833764" y="2027831"/>
            <a:ext cx="9888196" cy="1111250"/>
          </a:xfrm>
          <a:prstGeom prst="rect">
            <a:avLst/>
          </a:prstGeom>
        </p:spPr>
        <p:txBody>
          <a:bodyPr anchor="t" rtlCol="false" tIns="0" lIns="0" bIns="0" rIns="0">
            <a:spAutoFit/>
          </a:bodyPr>
          <a:lstStyle/>
          <a:p>
            <a:pPr algn="just">
              <a:lnSpc>
                <a:spcPts val="9100"/>
              </a:lnSpc>
            </a:pPr>
            <a:r>
              <a:rPr lang="en-US" sz="6500">
                <a:solidFill>
                  <a:srgbClr val="082009"/>
                </a:solidFill>
                <a:latin typeface="Notable"/>
                <a:ea typeface="Notable"/>
                <a:cs typeface="Notable"/>
                <a:sym typeface="Notable"/>
              </a:rPr>
              <a:t>K</a:t>
            </a:r>
            <a:r>
              <a:rPr lang="en-US" sz="6500">
                <a:solidFill>
                  <a:srgbClr val="082009"/>
                </a:solidFill>
                <a:latin typeface="Notable"/>
                <a:ea typeface="Notable"/>
                <a:cs typeface="Notable"/>
                <a:sym typeface="Notable"/>
              </a:rPr>
              <a:t>evin Pratama</a:t>
            </a:r>
          </a:p>
        </p:txBody>
      </p:sp>
      <p:sp>
        <p:nvSpPr>
          <p:cNvPr name="!!S3_Shp27" id="27"/>
          <p:cNvSpPr txBox="true"/>
          <p:nvPr/>
        </p:nvSpPr>
        <p:spPr>
          <a:xfrm rot="0">
            <a:off x="2833764" y="3091456"/>
            <a:ext cx="4782862" cy="606425"/>
          </a:xfrm>
          <a:prstGeom prst="rect">
            <a:avLst/>
          </a:prstGeom>
        </p:spPr>
        <p:txBody>
          <a:bodyPr anchor="t" rtlCol="false" tIns="0" lIns="0" bIns="0" rIns="0">
            <a:spAutoFit/>
          </a:bodyPr>
          <a:lstStyle/>
          <a:p>
            <a:pPr algn="just">
              <a:lnSpc>
                <a:spcPts val="4900"/>
              </a:lnSpc>
            </a:pPr>
            <a:r>
              <a:rPr lang="en-US" sz="3500">
                <a:solidFill>
                  <a:srgbClr val="082009"/>
                </a:solidFill>
                <a:latin typeface="Fira Sans"/>
                <a:ea typeface="Fira Sans"/>
                <a:cs typeface="Fira Sans"/>
                <a:sym typeface="Fira Sans"/>
              </a:rPr>
              <a:t>Kreator </a:t>
            </a:r>
            <a:r>
              <a:rPr lang="en-US" sz="3500">
                <a:solidFill>
                  <a:srgbClr val="082009"/>
                </a:solidFill>
                <a:latin typeface="Fira Sans"/>
                <a:ea typeface="Fira Sans"/>
                <a:cs typeface="Fira Sans"/>
                <a:sym typeface="Fira Sans"/>
              </a:rPr>
              <a:t>Konten Digital</a:t>
            </a:r>
          </a:p>
        </p:txBody>
      </p:sp>
      <p:sp>
        <p:nvSpPr>
          <p:cNvPr name="!!S3_Shp28" id="28"/>
          <p:cNvSpPr txBox="true"/>
          <p:nvPr/>
        </p:nvSpPr>
        <p:spPr>
          <a:xfrm rot="0">
            <a:off x="3356496" y="4384465"/>
            <a:ext cx="2224411" cy="422275"/>
          </a:xfrm>
          <a:prstGeom prst="rect">
            <a:avLst/>
          </a:prstGeom>
        </p:spPr>
        <p:txBody>
          <a:bodyPr anchor="t" rtlCol="false" tIns="0" lIns="0" bIns="0" rIns="0">
            <a:spAutoFit/>
          </a:bodyPr>
          <a:lstStyle/>
          <a:p>
            <a:pPr algn="just">
              <a:lnSpc>
                <a:spcPts val="3499"/>
              </a:lnSpc>
            </a:pPr>
            <a:r>
              <a:rPr lang="en-US" sz="2499">
                <a:solidFill>
                  <a:srgbClr val="FDFDFD"/>
                </a:solidFill>
                <a:latin typeface="Fira Sans"/>
                <a:ea typeface="Fira Sans"/>
                <a:cs typeface="Fira Sans"/>
                <a:sym typeface="Fira Sans"/>
              </a:rPr>
              <a:t>Pengalaman</a:t>
            </a:r>
          </a:p>
        </p:txBody>
      </p:sp>
      <p:sp>
        <p:nvSpPr>
          <p:cNvPr name="!!S3_Shp29" id="29"/>
          <p:cNvSpPr txBox="true"/>
          <p:nvPr/>
        </p:nvSpPr>
        <p:spPr>
          <a:xfrm rot="0">
            <a:off x="3356496" y="5432635"/>
            <a:ext cx="2224411"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Fokus Konten</a:t>
            </a:r>
          </a:p>
        </p:txBody>
      </p:sp>
      <p:sp>
        <p:nvSpPr>
          <p:cNvPr name="!!S3_Shp30" id="30"/>
          <p:cNvSpPr txBox="true"/>
          <p:nvPr/>
        </p:nvSpPr>
        <p:spPr>
          <a:xfrm rot="0">
            <a:off x="3356496" y="6482721"/>
            <a:ext cx="2224411" cy="422275"/>
          </a:xfrm>
          <a:prstGeom prst="rect">
            <a:avLst/>
          </a:prstGeom>
        </p:spPr>
        <p:txBody>
          <a:bodyPr anchor="t" rtlCol="false" tIns="0" lIns="0" bIns="0" rIns="0">
            <a:spAutoFit/>
          </a:bodyPr>
          <a:lstStyle/>
          <a:p>
            <a:pPr algn="just">
              <a:lnSpc>
                <a:spcPts val="3499"/>
              </a:lnSpc>
            </a:pPr>
            <a:r>
              <a:rPr lang="en-US" sz="2499">
                <a:solidFill>
                  <a:srgbClr val="FDFDFD"/>
                </a:solidFill>
                <a:latin typeface="Fira Sans"/>
                <a:ea typeface="Fira Sans"/>
                <a:cs typeface="Fira Sans"/>
                <a:sym typeface="Fira Sans"/>
              </a:rPr>
              <a:t>Lokasi</a:t>
            </a:r>
          </a:p>
        </p:txBody>
      </p:sp>
      <p:sp>
        <p:nvSpPr>
          <p:cNvPr name="!!S3_Shp31" id="31"/>
          <p:cNvSpPr txBox="true"/>
          <p:nvPr/>
        </p:nvSpPr>
        <p:spPr>
          <a:xfrm rot="0">
            <a:off x="6414695" y="5432635"/>
            <a:ext cx="8680038"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Gaya H</a:t>
            </a:r>
            <a:r>
              <a:rPr lang="en-US" sz="2499">
                <a:solidFill>
                  <a:srgbClr val="082009"/>
                </a:solidFill>
                <a:latin typeface="Fira Sans"/>
                <a:ea typeface="Fira Sans"/>
                <a:cs typeface="Fira Sans"/>
                <a:sym typeface="Fira Sans"/>
              </a:rPr>
              <a:t>idup - Edukasi - Produk - UMKM</a:t>
            </a:r>
          </a:p>
        </p:txBody>
      </p:sp>
      <p:sp>
        <p:nvSpPr>
          <p:cNvPr name="!!S3_Shp32" id="32"/>
          <p:cNvSpPr txBox="true"/>
          <p:nvPr/>
        </p:nvSpPr>
        <p:spPr>
          <a:xfrm rot="0">
            <a:off x="6414695" y="6482721"/>
            <a:ext cx="8680038"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Jl. Mangga M</a:t>
            </a:r>
            <a:r>
              <a:rPr lang="en-US" sz="2499">
                <a:solidFill>
                  <a:srgbClr val="082009"/>
                </a:solidFill>
                <a:latin typeface="Fira Sans"/>
                <a:ea typeface="Fira Sans"/>
                <a:cs typeface="Fira Sans"/>
                <a:sym typeface="Fira Sans"/>
              </a:rPr>
              <a:t>uda 17A, Cilandak, Jakarta Selatan 12310</a:t>
            </a:r>
          </a:p>
        </p:txBody>
      </p:sp>
      <p:sp>
        <p:nvSpPr>
          <p:cNvPr name="!!S3_Shp33" id="33"/>
          <p:cNvSpPr txBox="true"/>
          <p:nvPr/>
        </p:nvSpPr>
        <p:spPr>
          <a:xfrm rot="0">
            <a:off x="2833764" y="8136256"/>
            <a:ext cx="5792679"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PROFIL</a:t>
            </a:r>
          </a:p>
        </p:txBody>
      </p:sp>
      <p:sp>
        <p:nvSpPr>
          <p:cNvPr name="!!S3_Shp34" id="34"/>
          <p:cNvSpPr/>
          <p:nvPr/>
        </p:nvSpPr>
        <p:spPr>
          <a:xfrm flipH="false" flipV="false" rot="0">
            <a:off x="15874137" y="4977771"/>
            <a:ext cx="618782" cy="1754278"/>
          </a:xfrm>
          <a:custGeom>
            <a:avLst/>
            <a:gdLst/>
            <a:ahLst/>
            <a:cxnLst/>
            <a:rect r="r" b="b" t="t" l="l"/>
            <a:pathLst>
              <a:path h="1754278" w="618782">
                <a:moveTo>
                  <a:pt x="0" y="0"/>
                </a:moveTo>
                <a:lnTo>
                  <a:pt x="618782" y="0"/>
                </a:lnTo>
                <a:lnTo>
                  <a:pt x="618782" y="1754278"/>
                </a:lnTo>
                <a:lnTo>
                  <a:pt x="0" y="17542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S4_Shp7" id="150"/>
          <p:cNvGrpSpPr/>
          <p:nvPr/>
        </p:nvGrpSpPr>
        <p:grpSpPr>
          <a:xfrm rot="0">
            <a:off x="2185345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4_Shp10" id="151"/>
          <p:cNvGrpSpPr/>
          <p:nvPr/>
        </p:nvGrpSpPr>
        <p:grpSpPr>
          <a:xfrm rot="0">
            <a:off x="17658706" y="12940525"/>
            <a:ext cx="3047229" cy="339863"/>
            <a:chOff x="0" y="0"/>
            <a:chExt cx="802562" cy="89511"/>
          </a:xfrm>
        </p:grpSpPr>
        <p:sp>
          <p:nvSpPr>
            <p:cNvPr name="Freeform 11" id="11"/>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12" id="12"/>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13" id="152"/>
          <p:cNvGrpSpPr/>
          <p:nvPr/>
        </p:nvGrpSpPr>
        <p:grpSpPr>
          <a:xfrm rot="0">
            <a:off x="17464164" y="13220866"/>
            <a:ext cx="3436312" cy="1889591"/>
            <a:chOff x="0" y="0"/>
            <a:chExt cx="905037" cy="497670"/>
          </a:xfrm>
        </p:grpSpPr>
        <p:sp>
          <p:nvSpPr>
            <p:cNvPr name="Freeform 14" id="14"/>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5" id="15"/>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16" id="153"/>
          <p:cNvGrpSpPr/>
          <p:nvPr/>
        </p:nvGrpSpPr>
        <p:grpSpPr>
          <a:xfrm rot="0">
            <a:off x="17658706" y="13056014"/>
            <a:ext cx="3047229" cy="1079127"/>
            <a:chOff x="0" y="0"/>
            <a:chExt cx="802562" cy="284215"/>
          </a:xfrm>
        </p:grpSpPr>
        <p:sp>
          <p:nvSpPr>
            <p:cNvPr name="Freeform 17" id="17"/>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18" id="18"/>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grpSp>
        <p:nvGrpSpPr>
          <p:cNvPr name="!!S4_Shp19" id="154"/>
          <p:cNvGrpSpPr/>
          <p:nvPr/>
        </p:nvGrpSpPr>
        <p:grpSpPr>
          <a:xfrm rot="0">
            <a:off x="21314490" y="12940525"/>
            <a:ext cx="3047229" cy="339863"/>
            <a:chOff x="0" y="0"/>
            <a:chExt cx="802562" cy="89511"/>
          </a:xfrm>
        </p:grpSpPr>
        <p:sp>
          <p:nvSpPr>
            <p:cNvPr name="Freeform 20" id="20"/>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21" id="21"/>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22" id="155"/>
          <p:cNvGrpSpPr/>
          <p:nvPr/>
        </p:nvGrpSpPr>
        <p:grpSpPr>
          <a:xfrm rot="0">
            <a:off x="21119948" y="13220866"/>
            <a:ext cx="3436312" cy="1889591"/>
            <a:chOff x="0" y="0"/>
            <a:chExt cx="905037" cy="497670"/>
          </a:xfrm>
        </p:grpSpPr>
        <p:sp>
          <p:nvSpPr>
            <p:cNvPr name="Freeform 23" id="23"/>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4" id="24"/>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25" id="156"/>
          <p:cNvGrpSpPr/>
          <p:nvPr/>
        </p:nvGrpSpPr>
        <p:grpSpPr>
          <a:xfrm rot="0">
            <a:off x="21314490" y="13056014"/>
            <a:ext cx="3047229" cy="1079127"/>
            <a:chOff x="0" y="0"/>
            <a:chExt cx="802562" cy="284215"/>
          </a:xfrm>
        </p:grpSpPr>
        <p:sp>
          <p:nvSpPr>
            <p:cNvPr name="Freeform 26" id="26"/>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27" id="27"/>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grpSp>
        <p:nvGrpSpPr>
          <p:cNvPr name="!!S4_Shp28" id="157"/>
          <p:cNvGrpSpPr/>
          <p:nvPr/>
        </p:nvGrpSpPr>
        <p:grpSpPr>
          <a:xfrm rot="0">
            <a:off x="24970274" y="12940525"/>
            <a:ext cx="3047229" cy="339863"/>
            <a:chOff x="0" y="0"/>
            <a:chExt cx="802562" cy="89511"/>
          </a:xfrm>
        </p:grpSpPr>
        <p:sp>
          <p:nvSpPr>
            <p:cNvPr name="Freeform 29" id="29"/>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30" id="30"/>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31" id="158"/>
          <p:cNvGrpSpPr/>
          <p:nvPr/>
        </p:nvGrpSpPr>
        <p:grpSpPr>
          <a:xfrm rot="0">
            <a:off x="24775732" y="13220866"/>
            <a:ext cx="3436312" cy="1889591"/>
            <a:chOff x="0" y="0"/>
            <a:chExt cx="905037" cy="497670"/>
          </a:xfrm>
        </p:grpSpPr>
        <p:sp>
          <p:nvSpPr>
            <p:cNvPr name="Freeform 32" id="32"/>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3" id="33"/>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34" id="159"/>
          <p:cNvGrpSpPr/>
          <p:nvPr/>
        </p:nvGrpSpPr>
        <p:grpSpPr>
          <a:xfrm rot="0">
            <a:off x="24970274" y="13056014"/>
            <a:ext cx="3047229" cy="1079127"/>
            <a:chOff x="0" y="0"/>
            <a:chExt cx="802562" cy="284215"/>
          </a:xfrm>
        </p:grpSpPr>
        <p:sp>
          <p:nvSpPr>
            <p:cNvPr name="Freeform 35" id="35"/>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36" id="36"/>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grpSp>
        <p:nvGrpSpPr>
          <p:cNvPr name="!!S4_Shp37" id="160"/>
          <p:cNvGrpSpPr/>
          <p:nvPr/>
        </p:nvGrpSpPr>
        <p:grpSpPr>
          <a:xfrm rot="0">
            <a:off x="28626058" y="12940525"/>
            <a:ext cx="3047229" cy="339863"/>
            <a:chOff x="0" y="0"/>
            <a:chExt cx="802562" cy="89511"/>
          </a:xfrm>
        </p:grpSpPr>
        <p:sp>
          <p:nvSpPr>
            <p:cNvPr name="Freeform 38" id="38"/>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39" id="39"/>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40" id="161"/>
          <p:cNvGrpSpPr/>
          <p:nvPr/>
        </p:nvGrpSpPr>
        <p:grpSpPr>
          <a:xfrm rot="0">
            <a:off x="28431516" y="13220866"/>
            <a:ext cx="3436312" cy="1889591"/>
            <a:chOff x="0" y="0"/>
            <a:chExt cx="905037" cy="497670"/>
          </a:xfrm>
        </p:grpSpPr>
        <p:sp>
          <p:nvSpPr>
            <p:cNvPr name="Freeform 41" id="41"/>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42" id="42"/>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43" id="162"/>
          <p:cNvGrpSpPr/>
          <p:nvPr/>
        </p:nvGrpSpPr>
        <p:grpSpPr>
          <a:xfrm rot="0">
            <a:off x="28626058" y="13056014"/>
            <a:ext cx="3047229" cy="1079127"/>
            <a:chOff x="0" y="0"/>
            <a:chExt cx="802562" cy="284215"/>
          </a:xfrm>
        </p:grpSpPr>
        <p:sp>
          <p:nvSpPr>
            <p:cNvPr name="Freeform 44" id="44"/>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45" id="45"/>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sp>
        <p:nvSpPr>
          <p:cNvPr name="!!S4_Shp46" id="163"/>
          <p:cNvSpPr/>
          <p:nvPr/>
        </p:nvSpPr>
        <p:spPr>
          <a:xfrm flipH="false" flipV="false" rot="-5400000">
            <a:off x="21732644" y="319280"/>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4_Shp47" id="164"/>
          <p:cNvSpPr/>
          <p:nvPr/>
        </p:nvSpPr>
        <p:spPr>
          <a:xfrm flipH="false" flipV="false" rot="-5400000">
            <a:off x="13075044" y="13495927"/>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4_Shp48" id="165"/>
          <p:cNvSpPr/>
          <p:nvPr/>
        </p:nvSpPr>
        <p:spPr>
          <a:xfrm flipH="false" flipV="false" rot="-5400000">
            <a:off x="13075044" y="12885574"/>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4_Shp49" id="166"/>
          <p:cNvSpPr/>
          <p:nvPr/>
        </p:nvSpPr>
        <p:spPr>
          <a:xfrm flipH="false" flipV="false" rot="0">
            <a:off x="21372421" y="2422758"/>
            <a:ext cx="1579431" cy="1579431"/>
          </a:xfrm>
          <a:custGeom>
            <a:avLst/>
            <a:gdLst/>
            <a:ahLst/>
            <a:cxnLst/>
            <a:rect r="r" b="b" t="t" l="l"/>
            <a:pathLst>
              <a:path h="1579431" w="1579431">
                <a:moveTo>
                  <a:pt x="0" y="0"/>
                </a:moveTo>
                <a:lnTo>
                  <a:pt x="1579432" y="0"/>
                </a:lnTo>
                <a:lnTo>
                  <a:pt x="1579432" y="1579431"/>
                </a:lnTo>
                <a:lnTo>
                  <a:pt x="0" y="15794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4_Shp50" id="167"/>
          <p:cNvSpPr/>
          <p:nvPr/>
        </p:nvSpPr>
        <p:spPr>
          <a:xfrm flipH="false" flipV="false" rot="0">
            <a:off x="21675102" y="2422758"/>
            <a:ext cx="1579431" cy="1579431"/>
          </a:xfrm>
          <a:custGeom>
            <a:avLst/>
            <a:gdLst/>
            <a:ahLst/>
            <a:cxnLst/>
            <a:rect r="r" b="b" t="t" l="l"/>
            <a:pathLst>
              <a:path h="1579431" w="1579431">
                <a:moveTo>
                  <a:pt x="0" y="0"/>
                </a:moveTo>
                <a:lnTo>
                  <a:pt x="1579432" y="0"/>
                </a:lnTo>
                <a:lnTo>
                  <a:pt x="1579432" y="1579431"/>
                </a:lnTo>
                <a:lnTo>
                  <a:pt x="0" y="15794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4_Shp51" id="168"/>
          <p:cNvSpPr/>
          <p:nvPr/>
        </p:nvSpPr>
        <p:spPr>
          <a:xfrm flipH="false" flipV="false" rot="0">
            <a:off x="21981371" y="2422758"/>
            <a:ext cx="1579431" cy="1579431"/>
          </a:xfrm>
          <a:custGeom>
            <a:avLst/>
            <a:gdLst/>
            <a:ahLst/>
            <a:cxnLst/>
            <a:rect r="r" b="b" t="t" l="l"/>
            <a:pathLst>
              <a:path h="1579431" w="1579431">
                <a:moveTo>
                  <a:pt x="0" y="0"/>
                </a:moveTo>
                <a:lnTo>
                  <a:pt x="1579431" y="0"/>
                </a:lnTo>
                <a:lnTo>
                  <a:pt x="1579431" y="1579431"/>
                </a:lnTo>
                <a:lnTo>
                  <a:pt x="0" y="15794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4_Shp52" id="169"/>
          <p:cNvSpPr txBox="true"/>
          <p:nvPr/>
        </p:nvSpPr>
        <p:spPr>
          <a:xfrm rot="0">
            <a:off x="21310829" y="2880145"/>
            <a:ext cx="5241171"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SAYA</a:t>
            </a:r>
          </a:p>
        </p:txBody>
      </p:sp>
      <p:sp>
        <p:nvSpPr>
          <p:cNvPr name="!!S4_Shp55" id="170"/>
          <p:cNvSpPr txBox="true"/>
          <p:nvPr/>
        </p:nvSpPr>
        <p:spPr>
          <a:xfrm rot="0">
            <a:off x="17725719" y="13487566"/>
            <a:ext cx="2913202"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enyusun ide dan strategi konten yang terarah.</a:t>
            </a:r>
          </a:p>
        </p:txBody>
      </p:sp>
      <p:sp>
        <p:nvSpPr>
          <p:cNvPr name="!!S4_Shp56" id="171"/>
          <p:cNvSpPr txBox="true"/>
          <p:nvPr/>
        </p:nvSpPr>
        <p:spPr>
          <a:xfrm rot="0">
            <a:off x="18145845" y="13236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Perencanaan Konten</a:t>
            </a:r>
          </a:p>
        </p:txBody>
      </p:sp>
      <p:sp>
        <p:nvSpPr>
          <p:cNvPr name="!!S4_Shp57" id="172"/>
          <p:cNvSpPr txBox="true"/>
          <p:nvPr/>
        </p:nvSpPr>
        <p:spPr>
          <a:xfrm rot="0">
            <a:off x="21253851" y="13487566"/>
            <a:ext cx="3174757"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embuat naskah yang jelas, menarik, dan mudah dipahami.</a:t>
            </a:r>
          </a:p>
        </p:txBody>
      </p:sp>
      <p:sp>
        <p:nvSpPr>
          <p:cNvPr name="!!S4_Shp58" id="173"/>
          <p:cNvSpPr txBox="true"/>
          <p:nvPr/>
        </p:nvSpPr>
        <p:spPr>
          <a:xfrm rot="0">
            <a:off x="21801629" y="13236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Penulisan Naskah</a:t>
            </a:r>
          </a:p>
        </p:txBody>
      </p:sp>
      <p:sp>
        <p:nvSpPr>
          <p:cNvPr name="!!S4_Shp59" id="174"/>
          <p:cNvSpPr txBox="true"/>
          <p:nvPr/>
        </p:nvSpPr>
        <p:spPr>
          <a:xfrm rot="0">
            <a:off x="25037287" y="13487566"/>
            <a:ext cx="2913202"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enghasilkan foto, video, dan materi visual digital.</a:t>
            </a:r>
          </a:p>
        </p:txBody>
      </p:sp>
      <p:sp>
        <p:nvSpPr>
          <p:cNvPr name="!!S4_Shp60" id="175"/>
          <p:cNvSpPr txBox="true"/>
          <p:nvPr/>
        </p:nvSpPr>
        <p:spPr>
          <a:xfrm rot="0">
            <a:off x="25457412" y="13236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Produksi Konten</a:t>
            </a:r>
          </a:p>
        </p:txBody>
      </p:sp>
      <p:sp>
        <p:nvSpPr>
          <p:cNvPr name="!!S4_Shp61" id="176"/>
          <p:cNvSpPr txBox="true"/>
          <p:nvPr/>
        </p:nvSpPr>
        <p:spPr>
          <a:xfrm rot="0">
            <a:off x="28693071" y="13487566"/>
            <a:ext cx="2913202"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enyempurnakan tampilan visual dan pesan konten.</a:t>
            </a:r>
          </a:p>
        </p:txBody>
      </p:sp>
      <p:sp>
        <p:nvSpPr>
          <p:cNvPr name="!!S4_Shp62" id="177"/>
          <p:cNvSpPr txBox="true"/>
          <p:nvPr/>
        </p:nvSpPr>
        <p:spPr>
          <a:xfrm rot="0">
            <a:off x="29113196" y="13236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Penyuntingan Konten</a:t>
            </a:r>
          </a:p>
        </p:txBody>
      </p:sp>
      <p:sp>
        <p:nvSpPr>
          <p:cNvPr name="!!S4_Shp63" id="178"/>
          <p:cNvSpPr txBox="true"/>
          <p:nvPr/>
        </p:nvSpPr>
        <p:spPr>
          <a:xfrm rot="0">
            <a:off x="22121764" y="1586650"/>
            <a:ext cx="7428293" cy="1122044"/>
          </a:xfrm>
          <a:prstGeom prst="rect">
            <a:avLst/>
          </a:prstGeom>
        </p:spPr>
        <p:txBody>
          <a:bodyPr anchor="t" rtlCol="false" tIns="0" lIns="0" bIns="0" rIns="0">
            <a:spAutoFit/>
          </a:bodyPr>
          <a:lstStyle/>
          <a:p>
            <a:pPr algn="r">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KEAHLIAN </a:t>
            </a:r>
          </a:p>
        </p:txBody>
      </p:sp>
      <p:sp>
        <p:nvSpPr>
          <p:cNvPr name="!!S2_Shp3" id="179"/>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2_Shp4" id="180"/>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2_Shp5" id="181"/>
          <p:cNvSpPr/>
          <p:nvPr/>
        </p:nvSpPr>
        <p:spPr>
          <a:xfrm flipH="false" flipV="false" rot="0">
            <a:off x="-5996805" y="6331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2_Shp6" id="182"/>
          <p:cNvSpPr/>
          <p:nvPr/>
        </p:nvSpPr>
        <p:spPr>
          <a:xfrm flipH="false" flipV="false" rot="0">
            <a:off x="-5996805" y="-8717080"/>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2_Shp11" id="183"/>
          <p:cNvGrpSpPr/>
          <p:nvPr/>
        </p:nvGrpSpPr>
        <p:grpSpPr>
          <a:xfrm rot="0">
            <a:off x="-8969396" y="-7246370"/>
            <a:ext cx="4617394" cy="5246370"/>
            <a:chOff x="0" y="0"/>
            <a:chExt cx="4675516" cy="5312410"/>
          </a:xfrm>
        </p:grpSpPr>
        <p:sp>
          <p:nvSpPr>
            <p:cNvPr name="Freeform 12" id="12"/>
            <p:cNvSpPr/>
            <p:nvPr/>
          </p:nvSpPr>
          <p:spPr>
            <a:xfrm flipH="false" flipV="false" rot="0">
              <a:off x="0" y="0"/>
              <a:ext cx="4675516" cy="5312410"/>
            </a:xfrm>
            <a:custGeom>
              <a:avLst/>
              <a:gdLst/>
              <a:ahLst/>
              <a:cxnLst/>
              <a:rect r="r" b="b" t="t" l="l"/>
              <a:pathLst>
                <a:path h="5312410" w="4675516">
                  <a:moveTo>
                    <a:pt x="2337758" y="405130"/>
                  </a:moveTo>
                  <a:lnTo>
                    <a:pt x="2337758" y="0"/>
                  </a:lnTo>
                  <a:lnTo>
                    <a:pt x="0" y="405130"/>
                  </a:lnTo>
                  <a:lnTo>
                    <a:pt x="0" y="5312410"/>
                  </a:lnTo>
                  <a:lnTo>
                    <a:pt x="2337758" y="4907280"/>
                  </a:lnTo>
                  <a:lnTo>
                    <a:pt x="2337758" y="5312410"/>
                  </a:lnTo>
                  <a:lnTo>
                    <a:pt x="4675516" y="4907280"/>
                  </a:lnTo>
                  <a:lnTo>
                    <a:pt x="4675516" y="0"/>
                  </a:lnTo>
                  <a:lnTo>
                    <a:pt x="2337758" y="405130"/>
                  </a:lnTo>
                  <a:close/>
                </a:path>
              </a:pathLst>
            </a:custGeom>
            <a:blipFill>
              <a:blip r:embed="rId5"/>
              <a:stretch>
                <a:fillRect l="0" t="0" r="0" b="-32099"/>
              </a:stretch>
            </a:blipFill>
            <a:ln w="47625" cap="sq">
              <a:gradFill>
                <a:gsLst>
                  <a:gs pos="0">
                    <a:srgbClr val="19621D">
                      <a:alpha val="100000"/>
                    </a:srgbClr>
                  </a:gs>
                  <a:gs pos="100000">
                    <a:srgbClr val="0A3931">
                      <a:alpha val="100000"/>
                    </a:srgbClr>
                  </a:gs>
                </a:gsLst>
                <a:lin ang="2700000"/>
              </a:gradFill>
              <a:prstDash val="solid"/>
              <a:miter/>
            </a:ln>
          </p:spPr>
        </p:sp>
      </p:grpSp>
      <p:sp>
        <p:nvSpPr>
          <p:cNvPr name="!!S2_Shp13" id="184"/>
          <p:cNvSpPr/>
          <p:nvPr/>
        </p:nvSpPr>
        <p:spPr>
          <a:xfrm flipH="false" flipV="false" rot="0">
            <a:off x="-5514423" y="5860805"/>
            <a:ext cx="1332385" cy="634700"/>
          </a:xfrm>
          <a:custGeom>
            <a:avLst/>
            <a:gdLst/>
            <a:ahLst/>
            <a:cxnLst/>
            <a:rect r="r" b="b" t="t" l="l"/>
            <a:pathLst>
              <a:path h="634700" w="1332385">
                <a:moveTo>
                  <a:pt x="0" y="0"/>
                </a:moveTo>
                <a:lnTo>
                  <a:pt x="1332385" y="0"/>
                </a:lnTo>
                <a:lnTo>
                  <a:pt x="1332385" y="634699"/>
                </a:lnTo>
                <a:lnTo>
                  <a:pt x="0" y="634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S2_Shp14" id="185"/>
          <p:cNvSpPr/>
          <p:nvPr/>
        </p:nvSpPr>
        <p:spPr>
          <a:xfrm flipH="true" flipV="false" rot="0">
            <a:off x="-6166149" y="-2634700"/>
            <a:ext cx="1332385" cy="634700"/>
          </a:xfrm>
          <a:custGeom>
            <a:avLst/>
            <a:gdLst/>
            <a:ahLst/>
            <a:cxnLst/>
            <a:rect r="r" b="b" t="t" l="l"/>
            <a:pathLst>
              <a:path h="634700" w="1332385">
                <a:moveTo>
                  <a:pt x="1332385" y="0"/>
                </a:moveTo>
                <a:lnTo>
                  <a:pt x="0" y="0"/>
                </a:lnTo>
                <a:lnTo>
                  <a:pt x="0" y="634699"/>
                </a:lnTo>
                <a:lnTo>
                  <a:pt x="1332385" y="634699"/>
                </a:lnTo>
                <a:lnTo>
                  <a:pt x="1332385"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S2_Shp15" id="186"/>
          <p:cNvSpPr txBox="true"/>
          <p:nvPr/>
        </p:nvSpPr>
        <p:spPr>
          <a:xfrm rot="0">
            <a:off x="-13513802" y="-5051175"/>
            <a:ext cx="8680038" cy="30511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Lo</a:t>
            </a:r>
            <a:r>
              <a:rPr lang="en-US" sz="2499">
                <a:solidFill>
                  <a:srgbClr val="082009"/>
                </a:solidFill>
                <a:latin typeface="Fira Sans"/>
                <a:ea typeface="Fira Sans"/>
                <a:cs typeface="Fira Sans"/>
                <a:sym typeface="Fira Sans"/>
              </a:rPr>
              <a:t>rem ipsum consectetur magna do est nostrud aute et sed minim nulla eiusmod proident labore dolore et culpa cupidatat esse qui nulla enim sunt veniam pariatur dolore ipsum proident adipiscing eiusmod irure culpa dolore commodo et occaecat nulla occaecat excepteur dolor aliquip voluptate ut aliqua sed quis voluptate minim nostrud.</a:t>
            </a:r>
          </a:p>
        </p:txBody>
      </p:sp>
      <p:sp>
        <p:nvSpPr>
          <p:cNvPr name="!!S2_Shp16" id="187"/>
          <p:cNvSpPr txBox="true"/>
          <p:nvPr/>
        </p:nvSpPr>
        <p:spPr>
          <a:xfrm rot="0">
            <a:off x="-13514423" y="7069456"/>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TENTANG</a:t>
            </a:r>
          </a:p>
        </p:txBody>
      </p:sp>
      <p:sp>
        <p:nvSpPr>
          <p:cNvPr name="!!S2_Shp19" id="188"/>
          <p:cNvSpPr txBox="true"/>
          <p:nvPr/>
        </p:nvSpPr>
        <p:spPr>
          <a:xfrm rot="0">
            <a:off x="-13513802" y="8136256"/>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SAYA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txBody>
          <a:bodyPr/>
          <a:p/>
        </p:txBody>
      </p:sp>
      <p:sp>
        <p:nvSpPr>
          <p:cNvPr name="!!Persistent_HeaderLine" id="3"/>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4"/>
          <p:cNvGrpSpPr/>
          <p:nvPr/>
        </p:nvGrpSpPr>
        <p:grpSpPr>
          <a:xfrm rot="0">
            <a:off x="15278315" y="805237"/>
            <a:ext cx="1980985" cy="639706"/>
            <a:chOff x="0" y="0"/>
            <a:chExt cx="521741" cy="168482"/>
          </a:xfrm>
        </p:grpSpPr>
        <p:sp>
          <p:nvSpPr>
            <p:cNvPr name="Freeform 5" id="5"/>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6" id="6"/>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4_Shp7" id="7"/>
          <p:cNvGrpSpPr/>
          <p:nvPr/>
        </p:nvGrpSpPr>
        <p:grpSpPr>
          <a:xfrm rot="0">
            <a:off x="-143454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4_Shp10" id="10"/>
          <p:cNvGrpSpPr/>
          <p:nvPr/>
        </p:nvGrpSpPr>
        <p:grpSpPr>
          <a:xfrm rot="0">
            <a:off x="3028306" y="8153525"/>
            <a:ext cx="3047229" cy="339863"/>
            <a:chOff x="0" y="0"/>
            <a:chExt cx="802562" cy="89511"/>
          </a:xfrm>
        </p:grpSpPr>
        <p:sp>
          <p:nvSpPr>
            <p:cNvPr name="Freeform 11" id="11"/>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12" id="12"/>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13" id="13"/>
          <p:cNvGrpSpPr/>
          <p:nvPr/>
        </p:nvGrpSpPr>
        <p:grpSpPr>
          <a:xfrm rot="0">
            <a:off x="2833764" y="6433866"/>
            <a:ext cx="3436312" cy="1889591"/>
            <a:chOff x="0" y="0"/>
            <a:chExt cx="905037" cy="497670"/>
          </a:xfrm>
        </p:grpSpPr>
        <p:sp>
          <p:nvSpPr>
            <p:cNvPr name="Freeform 14" id="14"/>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5" id="15"/>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16" id="16"/>
          <p:cNvGrpSpPr/>
          <p:nvPr/>
        </p:nvGrpSpPr>
        <p:grpSpPr>
          <a:xfrm rot="0">
            <a:off x="3028306" y="5269014"/>
            <a:ext cx="3047229" cy="1079127"/>
            <a:chOff x="0" y="0"/>
            <a:chExt cx="802562" cy="284215"/>
          </a:xfrm>
        </p:grpSpPr>
        <p:sp>
          <p:nvSpPr>
            <p:cNvPr name="Freeform 17" id="17"/>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18" id="18"/>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grpSp>
        <p:nvGrpSpPr>
          <p:cNvPr name="!!S4_Shp19" id="19"/>
          <p:cNvGrpSpPr/>
          <p:nvPr/>
        </p:nvGrpSpPr>
        <p:grpSpPr>
          <a:xfrm rot="0">
            <a:off x="6684090" y="8153525"/>
            <a:ext cx="3047229" cy="339863"/>
            <a:chOff x="0" y="0"/>
            <a:chExt cx="802562" cy="89511"/>
          </a:xfrm>
        </p:grpSpPr>
        <p:sp>
          <p:nvSpPr>
            <p:cNvPr name="Freeform 20" id="20"/>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21" id="21"/>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22" id="22"/>
          <p:cNvGrpSpPr/>
          <p:nvPr/>
        </p:nvGrpSpPr>
        <p:grpSpPr>
          <a:xfrm rot="0">
            <a:off x="6489548" y="6433866"/>
            <a:ext cx="3436312" cy="1889591"/>
            <a:chOff x="0" y="0"/>
            <a:chExt cx="905037" cy="497670"/>
          </a:xfrm>
        </p:grpSpPr>
        <p:sp>
          <p:nvSpPr>
            <p:cNvPr name="Freeform 23" id="23"/>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4" id="24"/>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25" id="25"/>
          <p:cNvGrpSpPr/>
          <p:nvPr/>
        </p:nvGrpSpPr>
        <p:grpSpPr>
          <a:xfrm rot="0">
            <a:off x="6684090" y="5269014"/>
            <a:ext cx="3047229" cy="1079127"/>
            <a:chOff x="0" y="0"/>
            <a:chExt cx="802562" cy="284215"/>
          </a:xfrm>
        </p:grpSpPr>
        <p:sp>
          <p:nvSpPr>
            <p:cNvPr name="Freeform 26" id="26"/>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27" id="27"/>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grpSp>
        <p:nvGrpSpPr>
          <p:cNvPr name="!!S4_Shp28" id="28"/>
          <p:cNvGrpSpPr/>
          <p:nvPr/>
        </p:nvGrpSpPr>
        <p:grpSpPr>
          <a:xfrm rot="0">
            <a:off x="10339874" y="8153525"/>
            <a:ext cx="3047229" cy="339863"/>
            <a:chOff x="0" y="0"/>
            <a:chExt cx="802562" cy="89511"/>
          </a:xfrm>
        </p:grpSpPr>
        <p:sp>
          <p:nvSpPr>
            <p:cNvPr name="Freeform 29" id="29"/>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30" id="30"/>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31" id="31"/>
          <p:cNvGrpSpPr/>
          <p:nvPr/>
        </p:nvGrpSpPr>
        <p:grpSpPr>
          <a:xfrm rot="0">
            <a:off x="10145332" y="6433866"/>
            <a:ext cx="3436312" cy="1889591"/>
            <a:chOff x="0" y="0"/>
            <a:chExt cx="905037" cy="497670"/>
          </a:xfrm>
        </p:grpSpPr>
        <p:sp>
          <p:nvSpPr>
            <p:cNvPr name="Freeform 32" id="32"/>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3" id="33"/>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34" id="34"/>
          <p:cNvGrpSpPr/>
          <p:nvPr/>
        </p:nvGrpSpPr>
        <p:grpSpPr>
          <a:xfrm rot="0">
            <a:off x="10339874" y="5269014"/>
            <a:ext cx="3047229" cy="1079127"/>
            <a:chOff x="0" y="0"/>
            <a:chExt cx="802562" cy="284215"/>
          </a:xfrm>
        </p:grpSpPr>
        <p:sp>
          <p:nvSpPr>
            <p:cNvPr name="Freeform 35" id="35"/>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36" id="36"/>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grpSp>
        <p:nvGrpSpPr>
          <p:cNvPr name="!!S4_Shp37" id="37"/>
          <p:cNvGrpSpPr/>
          <p:nvPr/>
        </p:nvGrpSpPr>
        <p:grpSpPr>
          <a:xfrm rot="0">
            <a:off x="13995658" y="8153525"/>
            <a:ext cx="3047229" cy="339863"/>
            <a:chOff x="0" y="0"/>
            <a:chExt cx="802562" cy="89511"/>
          </a:xfrm>
        </p:grpSpPr>
        <p:sp>
          <p:nvSpPr>
            <p:cNvPr name="Freeform 38" id="38"/>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39" id="39"/>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40" id="40"/>
          <p:cNvGrpSpPr/>
          <p:nvPr/>
        </p:nvGrpSpPr>
        <p:grpSpPr>
          <a:xfrm rot="0">
            <a:off x="13801116" y="6433866"/>
            <a:ext cx="3436312" cy="1889591"/>
            <a:chOff x="0" y="0"/>
            <a:chExt cx="905037" cy="497670"/>
          </a:xfrm>
        </p:grpSpPr>
        <p:sp>
          <p:nvSpPr>
            <p:cNvPr name="Freeform 41" id="41"/>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42" id="42"/>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43" id="43"/>
          <p:cNvGrpSpPr/>
          <p:nvPr/>
        </p:nvGrpSpPr>
        <p:grpSpPr>
          <a:xfrm rot="0">
            <a:off x="13995658" y="5269014"/>
            <a:ext cx="3047229" cy="1079127"/>
            <a:chOff x="0" y="0"/>
            <a:chExt cx="802562" cy="284215"/>
          </a:xfrm>
        </p:grpSpPr>
        <p:sp>
          <p:nvSpPr>
            <p:cNvPr name="Freeform 44" id="44"/>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45" id="45"/>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sp>
        <p:nvSpPr>
          <p:cNvPr name="!!S4_Shp46" id="46"/>
          <p:cNvSpPr/>
          <p:nvPr/>
        </p:nvSpPr>
        <p:spPr>
          <a:xfrm flipH="false" flipV="false" rot="-5400000">
            <a:off x="-1555356" y="319280"/>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4_Shp47" id="47"/>
          <p:cNvSpPr/>
          <p:nvPr/>
        </p:nvSpPr>
        <p:spPr>
          <a:xfrm flipH="false" flipV="false" rot="-5400000">
            <a:off x="-1555356" y="4708927"/>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4_Shp48" id="48"/>
          <p:cNvSpPr/>
          <p:nvPr/>
        </p:nvSpPr>
        <p:spPr>
          <a:xfrm flipH="false" flipV="false" rot="-5400000">
            <a:off x="-1555356" y="9098574"/>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4_Shp49" id="49"/>
          <p:cNvSpPr/>
          <p:nvPr/>
        </p:nvSpPr>
        <p:spPr>
          <a:xfrm flipH="false" flipV="false" rot="0">
            <a:off x="15084421" y="2422758"/>
            <a:ext cx="1579431" cy="1579431"/>
          </a:xfrm>
          <a:custGeom>
            <a:avLst/>
            <a:gdLst/>
            <a:ahLst/>
            <a:cxnLst/>
            <a:rect r="r" b="b" t="t" l="l"/>
            <a:pathLst>
              <a:path h="1579431" w="1579431">
                <a:moveTo>
                  <a:pt x="0" y="0"/>
                </a:moveTo>
                <a:lnTo>
                  <a:pt x="1579432" y="0"/>
                </a:lnTo>
                <a:lnTo>
                  <a:pt x="1579432" y="1579431"/>
                </a:lnTo>
                <a:lnTo>
                  <a:pt x="0" y="15794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4_Shp50" id="50"/>
          <p:cNvSpPr/>
          <p:nvPr/>
        </p:nvSpPr>
        <p:spPr>
          <a:xfrm flipH="false" flipV="false" rot="0">
            <a:off x="13387102" y="2422758"/>
            <a:ext cx="1579431" cy="1579431"/>
          </a:xfrm>
          <a:custGeom>
            <a:avLst/>
            <a:gdLst/>
            <a:ahLst/>
            <a:cxnLst/>
            <a:rect r="r" b="b" t="t" l="l"/>
            <a:pathLst>
              <a:path h="1579431" w="1579431">
                <a:moveTo>
                  <a:pt x="0" y="0"/>
                </a:moveTo>
                <a:lnTo>
                  <a:pt x="1579432" y="0"/>
                </a:lnTo>
                <a:lnTo>
                  <a:pt x="1579432" y="1579431"/>
                </a:lnTo>
                <a:lnTo>
                  <a:pt x="0" y="15794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4_Shp51" id="51"/>
          <p:cNvSpPr/>
          <p:nvPr/>
        </p:nvSpPr>
        <p:spPr>
          <a:xfrm flipH="false" flipV="false" rot="0">
            <a:off x="11693371" y="2422758"/>
            <a:ext cx="1579431" cy="1579431"/>
          </a:xfrm>
          <a:custGeom>
            <a:avLst/>
            <a:gdLst/>
            <a:ahLst/>
            <a:cxnLst/>
            <a:rect r="r" b="b" t="t" l="l"/>
            <a:pathLst>
              <a:path h="1579431" w="1579431">
                <a:moveTo>
                  <a:pt x="0" y="0"/>
                </a:moveTo>
                <a:lnTo>
                  <a:pt x="1579431" y="0"/>
                </a:lnTo>
                <a:lnTo>
                  <a:pt x="1579431" y="1579431"/>
                </a:lnTo>
                <a:lnTo>
                  <a:pt x="0" y="15794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4_Shp52" id="52"/>
          <p:cNvSpPr txBox="true"/>
          <p:nvPr/>
        </p:nvSpPr>
        <p:spPr>
          <a:xfrm rot="0">
            <a:off x="3022829" y="2880145"/>
            <a:ext cx="5241171"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SAYA</a:t>
            </a:r>
          </a:p>
        </p:txBody>
      </p:sp>
      <p:sp>
        <p:nvSpPr>
          <p:cNvPr name="!!Persistent_PageNumber" id="53"/>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04</a:t>
            </a:r>
          </a:p>
        </p:txBody>
      </p:sp>
      <p:sp>
        <p:nvSpPr>
          <p:cNvPr name="!!Persistent_HeaderTitle" id="54"/>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4_Shp55" id="55"/>
          <p:cNvSpPr txBox="true"/>
          <p:nvPr/>
        </p:nvSpPr>
        <p:spPr>
          <a:xfrm rot="0">
            <a:off x="3095319" y="6700566"/>
            <a:ext cx="2913202"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enyusun ide dan strategi konten yang terarah.</a:t>
            </a:r>
          </a:p>
        </p:txBody>
      </p:sp>
      <p:sp>
        <p:nvSpPr>
          <p:cNvPr name="!!S4_Shp56" id="56"/>
          <p:cNvSpPr txBox="true"/>
          <p:nvPr/>
        </p:nvSpPr>
        <p:spPr>
          <a:xfrm rot="0">
            <a:off x="3515445" y="5449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Perencanaan Konten</a:t>
            </a:r>
          </a:p>
        </p:txBody>
      </p:sp>
      <p:sp>
        <p:nvSpPr>
          <p:cNvPr name="!!S4_Shp57" id="57"/>
          <p:cNvSpPr txBox="true"/>
          <p:nvPr/>
        </p:nvSpPr>
        <p:spPr>
          <a:xfrm rot="0">
            <a:off x="6623451" y="6700566"/>
            <a:ext cx="3174757"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embuat naskah yang jelas, menarik, dan mudah dipahami.</a:t>
            </a:r>
          </a:p>
        </p:txBody>
      </p:sp>
      <p:sp>
        <p:nvSpPr>
          <p:cNvPr name="!!S4_Shp58" id="58"/>
          <p:cNvSpPr txBox="true"/>
          <p:nvPr/>
        </p:nvSpPr>
        <p:spPr>
          <a:xfrm rot="0">
            <a:off x="7171229" y="5449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Penulisan Naskah</a:t>
            </a:r>
          </a:p>
        </p:txBody>
      </p:sp>
      <p:sp>
        <p:nvSpPr>
          <p:cNvPr name="!!S4_Shp59" id="59"/>
          <p:cNvSpPr txBox="true"/>
          <p:nvPr/>
        </p:nvSpPr>
        <p:spPr>
          <a:xfrm rot="0">
            <a:off x="10406887" y="6700566"/>
            <a:ext cx="2913202"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enghasilkan foto, video, dan materi visual digital.</a:t>
            </a:r>
          </a:p>
        </p:txBody>
      </p:sp>
      <p:sp>
        <p:nvSpPr>
          <p:cNvPr name="!!S4_Shp60" id="60"/>
          <p:cNvSpPr txBox="true"/>
          <p:nvPr/>
        </p:nvSpPr>
        <p:spPr>
          <a:xfrm rot="0">
            <a:off x="10827012" y="5449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Produksi Konten</a:t>
            </a:r>
          </a:p>
        </p:txBody>
      </p:sp>
      <p:sp>
        <p:nvSpPr>
          <p:cNvPr name="!!S4_Shp61" id="61"/>
          <p:cNvSpPr txBox="true"/>
          <p:nvPr/>
        </p:nvSpPr>
        <p:spPr>
          <a:xfrm rot="0">
            <a:off x="14062671" y="6700566"/>
            <a:ext cx="2913202"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enyempurnakan tampilan visual dan pesan konten.</a:t>
            </a:r>
          </a:p>
        </p:txBody>
      </p:sp>
      <p:sp>
        <p:nvSpPr>
          <p:cNvPr name="!!S4_Shp62" id="62"/>
          <p:cNvSpPr txBox="true"/>
          <p:nvPr/>
        </p:nvSpPr>
        <p:spPr>
          <a:xfrm rot="0">
            <a:off x="14482796" y="5449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Penyuntingan Konten</a:t>
            </a:r>
          </a:p>
        </p:txBody>
      </p:sp>
      <p:sp>
        <p:nvSpPr>
          <p:cNvPr name="!!S4_Shp63" id="63"/>
          <p:cNvSpPr txBox="true"/>
          <p:nvPr/>
        </p:nvSpPr>
        <p:spPr>
          <a:xfrm rot="0">
            <a:off x="2833764" y="1586650"/>
            <a:ext cx="7428293" cy="1122044"/>
          </a:xfrm>
          <a:prstGeom prst="rect">
            <a:avLst/>
          </a:prstGeom>
        </p:spPr>
        <p:txBody>
          <a:bodyPr anchor="t" rtlCol="false" tIns="0" lIns="0" bIns="0" rIns="0">
            <a:spAutoFit/>
          </a:bodyPr>
          <a:lstStyle/>
          <a:p>
            <a:pPr algn="r">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KEAHLIAN </a:t>
            </a:r>
          </a:p>
        </p:txBody>
      </p:sp>
      <p:grpSp>
        <p:nvGrpSpPr>
          <p:cNvPr name="!!S5_Shp7" id="150"/>
          <p:cNvGrpSpPr/>
          <p:nvPr/>
        </p:nvGrpSpPr>
        <p:grpSpPr>
          <a:xfrm rot="0">
            <a:off x="2185345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sp>
        <p:nvSpPr>
          <p:cNvPr name="!!S5_Shp10" id="151"/>
          <p:cNvSpPr/>
          <p:nvPr/>
        </p:nvSpPr>
        <p:spPr>
          <a:xfrm>
            <a:off x="17707759" y="13184424"/>
            <a:ext cx="12796771" cy="9525"/>
          </a:xfrm>
          <a:prstGeom prst="line">
            <a:avLst/>
          </a:prstGeom>
          <a:ln cap="flat" w="19050">
            <a:solidFill>
              <a:srgbClr val="165325"/>
            </a:solidFill>
            <a:prstDash val="solid"/>
            <a:headEnd type="none" len="sm" w="sm"/>
            <a:tailEnd type="none" len="sm" w="sm"/>
          </a:ln>
        </p:spPr>
        <p:txBody>
          <a:bodyPr/>
          <a:p/>
        </p:txBody>
      </p:sp>
      <p:grpSp>
        <p:nvGrpSpPr>
          <p:cNvPr name="!!S5_Shp11" id="152"/>
          <p:cNvGrpSpPr/>
          <p:nvPr/>
        </p:nvGrpSpPr>
        <p:grpSpPr>
          <a:xfrm rot="0">
            <a:off x="18428160" y="13567862"/>
            <a:ext cx="1072909" cy="852761"/>
            <a:chOff x="0" y="0"/>
            <a:chExt cx="282577" cy="224595"/>
          </a:xfrm>
        </p:grpSpPr>
        <p:sp>
          <p:nvSpPr>
            <p:cNvPr name="Freeform 12" id="12"/>
            <p:cNvSpPr/>
            <p:nvPr/>
          </p:nvSpPr>
          <p:spPr>
            <a:xfrm flipH="false" flipV="false" rot="0">
              <a:off x="0" y="0"/>
              <a:ext cx="282577" cy="224595"/>
            </a:xfrm>
            <a:custGeom>
              <a:avLst/>
              <a:gdLst/>
              <a:ahLst/>
              <a:cxnLst/>
              <a:rect r="r" b="b" t="t" l="l"/>
              <a:pathLst>
                <a:path h="224595" w="282577">
                  <a:moveTo>
                    <a:pt x="93806" y="0"/>
                  </a:moveTo>
                  <a:lnTo>
                    <a:pt x="188771" y="0"/>
                  </a:lnTo>
                  <a:cubicBezTo>
                    <a:pt x="240579" y="0"/>
                    <a:pt x="282577" y="41998"/>
                    <a:pt x="282577" y="93806"/>
                  </a:cubicBezTo>
                  <a:lnTo>
                    <a:pt x="282577" y="130790"/>
                  </a:lnTo>
                  <a:cubicBezTo>
                    <a:pt x="282577" y="155669"/>
                    <a:pt x="272694" y="179528"/>
                    <a:pt x="255102" y="197120"/>
                  </a:cubicBezTo>
                  <a:cubicBezTo>
                    <a:pt x="237510" y="214712"/>
                    <a:pt x="213650" y="224595"/>
                    <a:pt x="188771" y="224595"/>
                  </a:cubicBezTo>
                  <a:lnTo>
                    <a:pt x="93806" y="224595"/>
                  </a:lnTo>
                  <a:cubicBezTo>
                    <a:pt x="41998" y="224595"/>
                    <a:pt x="0" y="182597"/>
                    <a:pt x="0" y="130790"/>
                  </a:cubicBezTo>
                  <a:lnTo>
                    <a:pt x="0" y="93806"/>
                  </a:lnTo>
                  <a:cubicBezTo>
                    <a:pt x="0" y="41998"/>
                    <a:pt x="41998" y="0"/>
                    <a:pt x="93806"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282577" cy="272220"/>
            </a:xfrm>
            <a:prstGeom prst="rect">
              <a:avLst/>
            </a:prstGeom>
          </p:spPr>
          <p:txBody>
            <a:bodyPr anchor="ctr" rtlCol="false" tIns="50800" lIns="50800" bIns="50800" rIns="50800"/>
            <a:lstStyle/>
            <a:p>
              <a:pPr algn="ctr">
                <a:lnSpc>
                  <a:spcPts val="2800"/>
                </a:lnSpc>
              </a:pPr>
            </a:p>
          </p:txBody>
        </p:sp>
      </p:grpSp>
      <p:grpSp>
        <p:nvGrpSpPr>
          <p:cNvPr name="!!S5_Shp14" id="153"/>
          <p:cNvGrpSpPr/>
          <p:nvPr/>
        </p:nvGrpSpPr>
        <p:grpSpPr>
          <a:xfrm rot="0">
            <a:off x="23046318" y="13567862"/>
            <a:ext cx="1072909" cy="852761"/>
            <a:chOff x="0" y="0"/>
            <a:chExt cx="282577" cy="224595"/>
          </a:xfrm>
        </p:grpSpPr>
        <p:sp>
          <p:nvSpPr>
            <p:cNvPr name="Freeform 15" id="15"/>
            <p:cNvSpPr/>
            <p:nvPr/>
          </p:nvSpPr>
          <p:spPr>
            <a:xfrm flipH="false" flipV="false" rot="0">
              <a:off x="0" y="0"/>
              <a:ext cx="282577" cy="224595"/>
            </a:xfrm>
            <a:custGeom>
              <a:avLst/>
              <a:gdLst/>
              <a:ahLst/>
              <a:cxnLst/>
              <a:rect r="r" b="b" t="t" l="l"/>
              <a:pathLst>
                <a:path h="224595" w="282577">
                  <a:moveTo>
                    <a:pt x="93806" y="0"/>
                  </a:moveTo>
                  <a:lnTo>
                    <a:pt x="188771" y="0"/>
                  </a:lnTo>
                  <a:cubicBezTo>
                    <a:pt x="240579" y="0"/>
                    <a:pt x="282577" y="41998"/>
                    <a:pt x="282577" y="93806"/>
                  </a:cubicBezTo>
                  <a:lnTo>
                    <a:pt x="282577" y="130790"/>
                  </a:lnTo>
                  <a:cubicBezTo>
                    <a:pt x="282577" y="155669"/>
                    <a:pt x="272694" y="179528"/>
                    <a:pt x="255102" y="197120"/>
                  </a:cubicBezTo>
                  <a:cubicBezTo>
                    <a:pt x="237510" y="214712"/>
                    <a:pt x="213650" y="224595"/>
                    <a:pt x="188771" y="224595"/>
                  </a:cubicBezTo>
                  <a:lnTo>
                    <a:pt x="93806" y="224595"/>
                  </a:lnTo>
                  <a:cubicBezTo>
                    <a:pt x="41998" y="224595"/>
                    <a:pt x="0" y="182597"/>
                    <a:pt x="0" y="130790"/>
                  </a:cubicBezTo>
                  <a:lnTo>
                    <a:pt x="0" y="93806"/>
                  </a:lnTo>
                  <a:cubicBezTo>
                    <a:pt x="0" y="41998"/>
                    <a:pt x="41998" y="0"/>
                    <a:pt x="93806" y="0"/>
                  </a:cubicBezTo>
                  <a:close/>
                </a:path>
              </a:pathLst>
            </a:custGeom>
            <a:gradFill rotWithShape="true">
              <a:gsLst>
                <a:gs pos="0">
                  <a:srgbClr val="19621D">
                    <a:alpha val="100000"/>
                  </a:srgbClr>
                </a:gs>
                <a:gs pos="100000">
                  <a:srgbClr val="0A3931">
                    <a:alpha val="100000"/>
                  </a:srgbClr>
                </a:gs>
              </a:gsLst>
              <a:lin ang="2700000"/>
            </a:gradFill>
          </p:spPr>
        </p:sp>
        <p:sp>
          <p:nvSpPr>
            <p:cNvPr name="TextBox 16" id="16"/>
            <p:cNvSpPr txBox="true"/>
            <p:nvPr/>
          </p:nvSpPr>
          <p:spPr>
            <a:xfrm>
              <a:off x="0" y="-47625"/>
              <a:ext cx="282577" cy="272220"/>
            </a:xfrm>
            <a:prstGeom prst="rect">
              <a:avLst/>
            </a:prstGeom>
          </p:spPr>
          <p:txBody>
            <a:bodyPr anchor="ctr" rtlCol="false" tIns="50800" lIns="50800" bIns="50800" rIns="50800"/>
            <a:lstStyle/>
            <a:p>
              <a:pPr algn="ctr">
                <a:lnSpc>
                  <a:spcPts val="2800"/>
                </a:lnSpc>
              </a:pPr>
            </a:p>
          </p:txBody>
        </p:sp>
      </p:grpSp>
      <p:grpSp>
        <p:nvGrpSpPr>
          <p:cNvPr name="!!S5_Shp17" id="154"/>
          <p:cNvGrpSpPr/>
          <p:nvPr/>
        </p:nvGrpSpPr>
        <p:grpSpPr>
          <a:xfrm rot="0">
            <a:off x="27792930" y="13548028"/>
            <a:ext cx="1072909" cy="852761"/>
            <a:chOff x="0" y="0"/>
            <a:chExt cx="282577" cy="224595"/>
          </a:xfrm>
        </p:grpSpPr>
        <p:sp>
          <p:nvSpPr>
            <p:cNvPr name="Freeform 18" id="18"/>
            <p:cNvSpPr/>
            <p:nvPr/>
          </p:nvSpPr>
          <p:spPr>
            <a:xfrm flipH="false" flipV="false" rot="0">
              <a:off x="0" y="0"/>
              <a:ext cx="282577" cy="224595"/>
            </a:xfrm>
            <a:custGeom>
              <a:avLst/>
              <a:gdLst/>
              <a:ahLst/>
              <a:cxnLst/>
              <a:rect r="r" b="b" t="t" l="l"/>
              <a:pathLst>
                <a:path h="224595" w="282577">
                  <a:moveTo>
                    <a:pt x="93806" y="0"/>
                  </a:moveTo>
                  <a:lnTo>
                    <a:pt x="188771" y="0"/>
                  </a:lnTo>
                  <a:cubicBezTo>
                    <a:pt x="240579" y="0"/>
                    <a:pt x="282577" y="41998"/>
                    <a:pt x="282577" y="93806"/>
                  </a:cubicBezTo>
                  <a:lnTo>
                    <a:pt x="282577" y="130790"/>
                  </a:lnTo>
                  <a:cubicBezTo>
                    <a:pt x="282577" y="155669"/>
                    <a:pt x="272694" y="179528"/>
                    <a:pt x="255102" y="197120"/>
                  </a:cubicBezTo>
                  <a:cubicBezTo>
                    <a:pt x="237510" y="214712"/>
                    <a:pt x="213650" y="224595"/>
                    <a:pt x="188771" y="224595"/>
                  </a:cubicBezTo>
                  <a:lnTo>
                    <a:pt x="93806" y="224595"/>
                  </a:lnTo>
                  <a:cubicBezTo>
                    <a:pt x="41998" y="224595"/>
                    <a:pt x="0" y="182597"/>
                    <a:pt x="0" y="130790"/>
                  </a:cubicBezTo>
                  <a:lnTo>
                    <a:pt x="0" y="93806"/>
                  </a:lnTo>
                  <a:cubicBezTo>
                    <a:pt x="0" y="41998"/>
                    <a:pt x="41998" y="0"/>
                    <a:pt x="93806"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282577" cy="272220"/>
            </a:xfrm>
            <a:prstGeom prst="rect">
              <a:avLst/>
            </a:prstGeom>
          </p:spPr>
          <p:txBody>
            <a:bodyPr anchor="ctr" rtlCol="false" tIns="50800" lIns="50800" bIns="50800" rIns="50800"/>
            <a:lstStyle/>
            <a:p>
              <a:pPr algn="ctr">
                <a:lnSpc>
                  <a:spcPts val="2800"/>
                </a:lnSpc>
              </a:pPr>
            </a:p>
          </p:txBody>
        </p:sp>
      </p:grpSp>
      <p:sp>
        <p:nvSpPr>
          <p:cNvPr name="!!S5_Shp20" id="155"/>
          <p:cNvSpPr/>
          <p:nvPr/>
        </p:nvSpPr>
        <p:spPr>
          <a:xfrm flipH="false" flipV="false" rot="-5400000">
            <a:off x="21732644" y="319280"/>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5_Shp21" id="156"/>
          <p:cNvSpPr/>
          <p:nvPr/>
        </p:nvSpPr>
        <p:spPr>
          <a:xfrm flipH="false" flipV="false" rot="-5400000">
            <a:off x="13075044" y="13495927"/>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5_Shp22" id="157"/>
          <p:cNvSpPr/>
          <p:nvPr/>
        </p:nvSpPr>
        <p:spPr>
          <a:xfrm flipH="false" flipV="false" rot="-5400000">
            <a:off x="13075044" y="12885574"/>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5_Shp23" id="158"/>
          <p:cNvSpPr/>
          <p:nvPr/>
        </p:nvSpPr>
        <p:spPr>
          <a:xfrm flipH="false" flipV="false" rot="0">
            <a:off x="30665712" y="13217821"/>
            <a:ext cx="1561930" cy="1226825"/>
          </a:xfrm>
          <a:custGeom>
            <a:avLst/>
            <a:gdLst/>
            <a:ahLst/>
            <a:cxnLst/>
            <a:rect r="r" b="b" t="t" l="l"/>
            <a:pathLst>
              <a:path h="1226825" w="1561930">
                <a:moveTo>
                  <a:pt x="0" y="0"/>
                </a:moveTo>
                <a:lnTo>
                  <a:pt x="1561930" y="0"/>
                </a:lnTo>
                <a:lnTo>
                  <a:pt x="1561930" y="1226825"/>
                </a:lnTo>
                <a:lnTo>
                  <a:pt x="0" y="12268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5_Shp24" id="159"/>
          <p:cNvSpPr/>
          <p:nvPr/>
        </p:nvSpPr>
        <p:spPr>
          <a:xfrm flipH="false" flipV="false" rot="0">
            <a:off x="21436347" y="2505057"/>
            <a:ext cx="2303058" cy="2265371"/>
          </a:xfrm>
          <a:custGeom>
            <a:avLst/>
            <a:gdLst/>
            <a:ahLst/>
            <a:cxnLst/>
            <a:rect r="r" b="b" t="t" l="l"/>
            <a:pathLst>
              <a:path h="2265371" w="2303058">
                <a:moveTo>
                  <a:pt x="0" y="0"/>
                </a:moveTo>
                <a:lnTo>
                  <a:pt x="2303058" y="0"/>
                </a:lnTo>
                <a:lnTo>
                  <a:pt x="2303058" y="2265371"/>
                </a:lnTo>
                <a:lnTo>
                  <a:pt x="0" y="22653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5_Shp25" id="160"/>
          <p:cNvSpPr/>
          <p:nvPr/>
        </p:nvSpPr>
        <p:spPr>
          <a:xfrm flipH="false" flipV="false" rot="5400000">
            <a:off x="21945709" y="1858309"/>
            <a:ext cx="981276" cy="981276"/>
          </a:xfrm>
          <a:custGeom>
            <a:avLst/>
            <a:gdLst/>
            <a:ahLst/>
            <a:cxnLst/>
            <a:rect r="r" b="b" t="t" l="l"/>
            <a:pathLst>
              <a:path h="981276" w="981276">
                <a:moveTo>
                  <a:pt x="0" y="0"/>
                </a:moveTo>
                <a:lnTo>
                  <a:pt x="981276" y="0"/>
                </a:lnTo>
                <a:lnTo>
                  <a:pt x="981276" y="981276"/>
                </a:lnTo>
                <a:lnTo>
                  <a:pt x="0" y="98127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S5_Shp26" id="161"/>
          <p:cNvSpPr txBox="true"/>
          <p:nvPr/>
        </p:nvSpPr>
        <p:spPr>
          <a:xfrm rot="0">
            <a:off x="22107550" y="1639440"/>
            <a:ext cx="9311744"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RIWAYAT </a:t>
            </a:r>
          </a:p>
        </p:txBody>
      </p:sp>
      <p:sp>
        <p:nvSpPr>
          <p:cNvPr name="!!S5_Shp29" id="162"/>
          <p:cNvSpPr txBox="true"/>
          <p:nvPr/>
        </p:nvSpPr>
        <p:spPr>
          <a:xfrm rot="0">
            <a:off x="17111936" y="12906398"/>
            <a:ext cx="3705357"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SMA Insp</a:t>
            </a:r>
            <a:r>
              <a:rPr lang="en-US" b="true" sz="2499">
                <a:solidFill>
                  <a:srgbClr val="082009"/>
                </a:solidFill>
                <a:latin typeface="Fira Sans Bold"/>
                <a:ea typeface="Fira Sans Bold"/>
                <a:cs typeface="Fira Sans Bold"/>
                <a:sym typeface="Fira Sans Bold"/>
              </a:rPr>
              <a:t>irasi Bangsa</a:t>
            </a:r>
          </a:p>
        </p:txBody>
      </p:sp>
      <p:sp>
        <p:nvSpPr>
          <p:cNvPr name="!!S5_Shp30" id="163"/>
          <p:cNvSpPr txBox="true"/>
          <p:nvPr/>
        </p:nvSpPr>
        <p:spPr>
          <a:xfrm rot="0">
            <a:off x="17111936" y="13348696"/>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2018-2021</a:t>
            </a:r>
          </a:p>
        </p:txBody>
      </p:sp>
      <p:sp>
        <p:nvSpPr>
          <p:cNvPr name="!!S5_Shp31" id="164"/>
          <p:cNvSpPr txBox="true"/>
          <p:nvPr/>
        </p:nvSpPr>
        <p:spPr>
          <a:xfrm rot="0">
            <a:off x="21246444" y="12911923"/>
            <a:ext cx="4672656"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Un</a:t>
            </a:r>
            <a:r>
              <a:rPr lang="en-US" b="true" sz="2499">
                <a:solidFill>
                  <a:srgbClr val="082009"/>
                </a:solidFill>
                <a:latin typeface="Fira Sans Bold"/>
                <a:ea typeface="Fira Sans Bold"/>
                <a:cs typeface="Fira Sans Bold"/>
                <a:sym typeface="Fira Sans Bold"/>
              </a:rPr>
              <a:t>iversitas Utama Bangsa</a:t>
            </a:r>
          </a:p>
        </p:txBody>
      </p:sp>
      <p:sp>
        <p:nvSpPr>
          <p:cNvPr name="!!S5_Shp32" id="165"/>
          <p:cNvSpPr txBox="true"/>
          <p:nvPr/>
        </p:nvSpPr>
        <p:spPr>
          <a:xfrm rot="0">
            <a:off x="21730094" y="13354221"/>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2021-2025</a:t>
            </a:r>
          </a:p>
        </p:txBody>
      </p:sp>
      <p:sp>
        <p:nvSpPr>
          <p:cNvPr name="!!S5_Shp33" id="166"/>
          <p:cNvSpPr txBox="true"/>
          <p:nvPr/>
        </p:nvSpPr>
        <p:spPr>
          <a:xfrm rot="0">
            <a:off x="21730094" y="12795546"/>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S1 Ilmu Komunikasi</a:t>
            </a:r>
          </a:p>
        </p:txBody>
      </p:sp>
      <p:sp>
        <p:nvSpPr>
          <p:cNvPr name="!!S5_Shp34" id="167"/>
          <p:cNvSpPr txBox="true"/>
          <p:nvPr/>
        </p:nvSpPr>
        <p:spPr>
          <a:xfrm rot="0">
            <a:off x="25993056" y="12906398"/>
            <a:ext cx="4672656"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Un</a:t>
            </a:r>
            <a:r>
              <a:rPr lang="en-US" b="true" sz="2499">
                <a:solidFill>
                  <a:srgbClr val="082009"/>
                </a:solidFill>
                <a:latin typeface="Fira Sans Bold"/>
                <a:ea typeface="Fira Sans Bold"/>
                <a:cs typeface="Fira Sans Bold"/>
                <a:sym typeface="Fira Sans Bold"/>
              </a:rPr>
              <a:t>iversitas Utama Bangsa</a:t>
            </a:r>
          </a:p>
        </p:txBody>
      </p:sp>
      <p:sp>
        <p:nvSpPr>
          <p:cNvPr name="!!S5_Shp35" id="168"/>
          <p:cNvSpPr txBox="true"/>
          <p:nvPr/>
        </p:nvSpPr>
        <p:spPr>
          <a:xfrm rot="0">
            <a:off x="26476706" y="13348209"/>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2025-2028</a:t>
            </a:r>
          </a:p>
        </p:txBody>
      </p:sp>
      <p:sp>
        <p:nvSpPr>
          <p:cNvPr name="!!S5_Shp36" id="169"/>
          <p:cNvSpPr txBox="true"/>
          <p:nvPr/>
        </p:nvSpPr>
        <p:spPr>
          <a:xfrm rot="0">
            <a:off x="26476706" y="12795546"/>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S2 Ilmu Komunikasi</a:t>
            </a:r>
          </a:p>
        </p:txBody>
      </p:sp>
      <p:sp>
        <p:nvSpPr>
          <p:cNvPr name="!!S5_Shp37" id="170"/>
          <p:cNvSpPr txBox="true"/>
          <p:nvPr/>
        </p:nvSpPr>
        <p:spPr>
          <a:xfrm rot="0">
            <a:off x="18333122" y="13771674"/>
            <a:ext cx="1262985" cy="422275"/>
          </a:xfrm>
          <a:prstGeom prst="rect">
            <a:avLst/>
          </a:prstGeom>
        </p:spPr>
        <p:txBody>
          <a:bodyPr anchor="t" rtlCol="false" tIns="0" lIns="0" bIns="0" rIns="0">
            <a:spAutoFit/>
          </a:bodyPr>
          <a:lstStyle/>
          <a:p>
            <a:pPr algn="ctr">
              <a:lnSpc>
                <a:spcPts val="3499"/>
              </a:lnSpc>
            </a:pPr>
            <a:r>
              <a:rPr lang="en-US" b="true" sz="2499" spc="304">
                <a:solidFill>
                  <a:srgbClr val="FDFDFD"/>
                </a:solidFill>
                <a:latin typeface="Fira Sans Bold"/>
                <a:ea typeface="Fira Sans Bold"/>
                <a:cs typeface="Fira Sans Bold"/>
                <a:sym typeface="Fira Sans Bold"/>
              </a:rPr>
              <a:t>SMA</a:t>
            </a:r>
          </a:p>
        </p:txBody>
      </p:sp>
      <p:sp>
        <p:nvSpPr>
          <p:cNvPr name="!!S5_Shp38" id="171"/>
          <p:cNvSpPr txBox="true"/>
          <p:nvPr/>
        </p:nvSpPr>
        <p:spPr>
          <a:xfrm rot="0">
            <a:off x="22967806" y="13771674"/>
            <a:ext cx="1262985" cy="422275"/>
          </a:xfrm>
          <a:prstGeom prst="rect">
            <a:avLst/>
          </a:prstGeom>
        </p:spPr>
        <p:txBody>
          <a:bodyPr anchor="t" rtlCol="false" tIns="0" lIns="0" bIns="0" rIns="0">
            <a:spAutoFit/>
          </a:bodyPr>
          <a:lstStyle/>
          <a:p>
            <a:pPr algn="ctr">
              <a:lnSpc>
                <a:spcPts val="3499"/>
              </a:lnSpc>
            </a:pPr>
            <a:r>
              <a:rPr lang="en-US" b="true" sz="2499" spc="304">
                <a:solidFill>
                  <a:srgbClr val="FDFDFD"/>
                </a:solidFill>
                <a:latin typeface="Fira Sans Bold"/>
                <a:ea typeface="Fira Sans Bold"/>
                <a:cs typeface="Fira Sans Bold"/>
                <a:sym typeface="Fira Sans Bold"/>
              </a:rPr>
              <a:t>S1</a:t>
            </a:r>
          </a:p>
        </p:txBody>
      </p:sp>
      <p:sp>
        <p:nvSpPr>
          <p:cNvPr name="!!S5_Shp39" id="172"/>
          <p:cNvSpPr txBox="true"/>
          <p:nvPr/>
        </p:nvSpPr>
        <p:spPr>
          <a:xfrm rot="0">
            <a:off x="27697891" y="13743375"/>
            <a:ext cx="1262985" cy="422275"/>
          </a:xfrm>
          <a:prstGeom prst="rect">
            <a:avLst/>
          </a:prstGeom>
        </p:spPr>
        <p:txBody>
          <a:bodyPr anchor="t" rtlCol="false" tIns="0" lIns="0" bIns="0" rIns="0">
            <a:spAutoFit/>
          </a:bodyPr>
          <a:lstStyle/>
          <a:p>
            <a:pPr algn="ctr">
              <a:lnSpc>
                <a:spcPts val="3499"/>
              </a:lnSpc>
            </a:pPr>
            <a:r>
              <a:rPr lang="en-US" b="true" sz="2499" spc="304">
                <a:solidFill>
                  <a:srgbClr val="FDFDFD"/>
                </a:solidFill>
                <a:latin typeface="Fira Sans Bold"/>
                <a:ea typeface="Fira Sans Bold"/>
                <a:cs typeface="Fira Sans Bold"/>
                <a:sym typeface="Fira Sans Bold"/>
              </a:rPr>
              <a:t>S2</a:t>
            </a:r>
          </a:p>
        </p:txBody>
      </p:sp>
      <p:sp>
        <p:nvSpPr>
          <p:cNvPr name="!!S5_Shp40" id="173"/>
          <p:cNvSpPr txBox="true"/>
          <p:nvPr/>
        </p:nvSpPr>
        <p:spPr>
          <a:xfrm rot="0">
            <a:off x="22107550" y="2939009"/>
            <a:ext cx="8730108"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PENDIDIKAN</a:t>
            </a:r>
          </a:p>
        </p:txBody>
      </p:sp>
      <p:sp>
        <p:nvSpPr>
          <p:cNvPr name="!!S3_Shp3" id="174"/>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3_Shp4" id="175"/>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3_Shp5" id="176"/>
          <p:cNvSpPr/>
          <p:nvPr/>
        </p:nvSpPr>
        <p:spPr>
          <a:xfrm flipH="false" flipV="false" rot="0">
            <a:off x="-5996805" y="6331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3_Shp6" id="177"/>
          <p:cNvSpPr/>
          <p:nvPr/>
        </p:nvSpPr>
        <p:spPr>
          <a:xfrm flipH="false" flipV="false" rot="0">
            <a:off x="-5996805" y="-8717080"/>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3_Shp11" id="178"/>
          <p:cNvGrpSpPr/>
          <p:nvPr/>
        </p:nvGrpSpPr>
        <p:grpSpPr>
          <a:xfrm rot="0">
            <a:off x="-8103638" y="-2907211"/>
            <a:ext cx="3269874" cy="907211"/>
            <a:chOff x="0" y="0"/>
            <a:chExt cx="861201" cy="238936"/>
          </a:xfrm>
        </p:grpSpPr>
        <p:sp>
          <p:nvSpPr>
            <p:cNvPr name="Freeform 12" id="12"/>
            <p:cNvSpPr/>
            <p:nvPr/>
          </p:nvSpPr>
          <p:spPr>
            <a:xfrm flipH="false" flipV="false" rot="0">
              <a:off x="0" y="0"/>
              <a:ext cx="861201" cy="238936"/>
            </a:xfrm>
            <a:custGeom>
              <a:avLst/>
              <a:gdLst/>
              <a:ahLst/>
              <a:cxnLst/>
              <a:rect r="r" b="b" t="t" l="l"/>
              <a:pathLst>
                <a:path h="238936" w="861201">
                  <a:moveTo>
                    <a:pt x="30779" y="0"/>
                  </a:moveTo>
                  <a:lnTo>
                    <a:pt x="830422" y="0"/>
                  </a:lnTo>
                  <a:cubicBezTo>
                    <a:pt x="847421" y="0"/>
                    <a:pt x="861201" y="13780"/>
                    <a:pt x="861201" y="30779"/>
                  </a:cubicBezTo>
                  <a:lnTo>
                    <a:pt x="861201" y="208157"/>
                  </a:lnTo>
                  <a:cubicBezTo>
                    <a:pt x="861201" y="225156"/>
                    <a:pt x="847421" y="238936"/>
                    <a:pt x="830422" y="238936"/>
                  </a:cubicBezTo>
                  <a:lnTo>
                    <a:pt x="30779" y="238936"/>
                  </a:lnTo>
                  <a:cubicBezTo>
                    <a:pt x="13780" y="238936"/>
                    <a:pt x="0" y="225156"/>
                    <a:pt x="0" y="208157"/>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861201" cy="286561"/>
            </a:xfrm>
            <a:prstGeom prst="rect">
              <a:avLst/>
            </a:prstGeom>
          </p:spPr>
          <p:txBody>
            <a:bodyPr anchor="ctr" rtlCol="false" tIns="50800" lIns="50800" bIns="50800" rIns="50800"/>
            <a:lstStyle/>
            <a:p>
              <a:pPr algn="ctr">
                <a:lnSpc>
                  <a:spcPts val="2800"/>
                </a:lnSpc>
              </a:pPr>
            </a:p>
          </p:txBody>
        </p:sp>
      </p:grpSp>
      <p:grpSp>
        <p:nvGrpSpPr>
          <p:cNvPr name="!!S3_Shp14" id="179"/>
          <p:cNvGrpSpPr/>
          <p:nvPr/>
        </p:nvGrpSpPr>
        <p:grpSpPr>
          <a:xfrm rot="0">
            <a:off x="-8103638" y="5213979"/>
            <a:ext cx="3269874" cy="907211"/>
            <a:chOff x="0" y="0"/>
            <a:chExt cx="861201" cy="238936"/>
          </a:xfrm>
        </p:grpSpPr>
        <p:sp>
          <p:nvSpPr>
            <p:cNvPr name="Freeform 15" id="15"/>
            <p:cNvSpPr/>
            <p:nvPr/>
          </p:nvSpPr>
          <p:spPr>
            <a:xfrm flipH="false" flipV="false" rot="0">
              <a:off x="0" y="0"/>
              <a:ext cx="861201" cy="238936"/>
            </a:xfrm>
            <a:custGeom>
              <a:avLst/>
              <a:gdLst/>
              <a:ahLst/>
              <a:cxnLst/>
              <a:rect r="r" b="b" t="t" l="l"/>
              <a:pathLst>
                <a:path h="238936" w="861201">
                  <a:moveTo>
                    <a:pt x="30779" y="0"/>
                  </a:moveTo>
                  <a:lnTo>
                    <a:pt x="830422" y="0"/>
                  </a:lnTo>
                  <a:cubicBezTo>
                    <a:pt x="847421" y="0"/>
                    <a:pt x="861201" y="13780"/>
                    <a:pt x="861201" y="30779"/>
                  </a:cubicBezTo>
                  <a:lnTo>
                    <a:pt x="861201" y="208157"/>
                  </a:lnTo>
                  <a:cubicBezTo>
                    <a:pt x="861201" y="225156"/>
                    <a:pt x="847421" y="238936"/>
                    <a:pt x="830422" y="238936"/>
                  </a:cubicBezTo>
                  <a:lnTo>
                    <a:pt x="30779" y="238936"/>
                  </a:lnTo>
                  <a:cubicBezTo>
                    <a:pt x="13780" y="238936"/>
                    <a:pt x="0" y="225156"/>
                    <a:pt x="0" y="208157"/>
                  </a:cubicBezTo>
                  <a:lnTo>
                    <a:pt x="0" y="30779"/>
                  </a:lnTo>
                  <a:cubicBezTo>
                    <a:pt x="0" y="13780"/>
                    <a:pt x="13780" y="0"/>
                    <a:pt x="3077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6" id="16"/>
            <p:cNvSpPr txBox="true"/>
            <p:nvPr/>
          </p:nvSpPr>
          <p:spPr>
            <a:xfrm>
              <a:off x="0" y="-47625"/>
              <a:ext cx="861201" cy="286561"/>
            </a:xfrm>
            <a:prstGeom prst="rect">
              <a:avLst/>
            </a:prstGeom>
          </p:spPr>
          <p:txBody>
            <a:bodyPr anchor="ctr" rtlCol="false" tIns="50800" lIns="50800" bIns="50800" rIns="50800"/>
            <a:lstStyle/>
            <a:p>
              <a:pPr algn="ctr">
                <a:lnSpc>
                  <a:spcPts val="2800"/>
                </a:lnSpc>
              </a:pPr>
            </a:p>
          </p:txBody>
        </p:sp>
      </p:grpSp>
      <p:grpSp>
        <p:nvGrpSpPr>
          <p:cNvPr name="!!S3_Shp17" id="180"/>
          <p:cNvGrpSpPr/>
          <p:nvPr/>
        </p:nvGrpSpPr>
        <p:grpSpPr>
          <a:xfrm rot="0">
            <a:off x="-8103638" y="6264065"/>
            <a:ext cx="3269874" cy="907211"/>
            <a:chOff x="0" y="0"/>
            <a:chExt cx="861201" cy="238936"/>
          </a:xfrm>
        </p:grpSpPr>
        <p:sp>
          <p:nvSpPr>
            <p:cNvPr name="Freeform 18" id="18"/>
            <p:cNvSpPr/>
            <p:nvPr/>
          </p:nvSpPr>
          <p:spPr>
            <a:xfrm flipH="false" flipV="false" rot="0">
              <a:off x="0" y="0"/>
              <a:ext cx="861201" cy="238936"/>
            </a:xfrm>
            <a:custGeom>
              <a:avLst/>
              <a:gdLst/>
              <a:ahLst/>
              <a:cxnLst/>
              <a:rect r="r" b="b" t="t" l="l"/>
              <a:pathLst>
                <a:path h="238936" w="861201">
                  <a:moveTo>
                    <a:pt x="30779" y="0"/>
                  </a:moveTo>
                  <a:lnTo>
                    <a:pt x="830422" y="0"/>
                  </a:lnTo>
                  <a:cubicBezTo>
                    <a:pt x="847421" y="0"/>
                    <a:pt x="861201" y="13780"/>
                    <a:pt x="861201" y="30779"/>
                  </a:cubicBezTo>
                  <a:lnTo>
                    <a:pt x="861201" y="208157"/>
                  </a:lnTo>
                  <a:cubicBezTo>
                    <a:pt x="861201" y="225156"/>
                    <a:pt x="847421" y="238936"/>
                    <a:pt x="830422" y="238936"/>
                  </a:cubicBezTo>
                  <a:lnTo>
                    <a:pt x="30779" y="238936"/>
                  </a:lnTo>
                  <a:cubicBezTo>
                    <a:pt x="13780" y="238936"/>
                    <a:pt x="0" y="225156"/>
                    <a:pt x="0" y="208157"/>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861201" cy="286561"/>
            </a:xfrm>
            <a:prstGeom prst="rect">
              <a:avLst/>
            </a:prstGeom>
          </p:spPr>
          <p:txBody>
            <a:bodyPr anchor="ctr" rtlCol="false" tIns="50800" lIns="50800" bIns="50800" rIns="50800"/>
            <a:lstStyle/>
            <a:p>
              <a:pPr algn="ctr">
                <a:lnSpc>
                  <a:spcPts val="2800"/>
                </a:lnSpc>
              </a:pPr>
            </a:p>
          </p:txBody>
        </p:sp>
      </p:grpSp>
      <p:sp>
        <p:nvSpPr>
          <p:cNvPr name="!!S3_Shp20" id="181"/>
          <p:cNvSpPr/>
          <p:nvPr/>
        </p:nvSpPr>
        <p:spPr>
          <a:xfrm flipH="false" flipV="false" rot="0">
            <a:off x="-6259300" y="7519554"/>
            <a:ext cx="2185571" cy="1720640"/>
          </a:xfrm>
          <a:custGeom>
            <a:avLst/>
            <a:gdLst/>
            <a:ahLst/>
            <a:cxnLst/>
            <a:rect r="r" b="b" t="t" l="l"/>
            <a:pathLst>
              <a:path h="1720640" w="2185571">
                <a:moveTo>
                  <a:pt x="0" y="0"/>
                </a:moveTo>
                <a:lnTo>
                  <a:pt x="2185571" y="0"/>
                </a:lnTo>
                <a:lnTo>
                  <a:pt x="2185571" y="1720640"/>
                </a:lnTo>
                <a:lnTo>
                  <a:pt x="0" y="17206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3_Shp21" id="182"/>
          <p:cNvSpPr/>
          <p:nvPr/>
        </p:nvSpPr>
        <p:spPr>
          <a:xfrm flipH="false" flipV="false" rot="0">
            <a:off x="-5710811" y="-3643186"/>
            <a:ext cx="1643186" cy="1643186"/>
          </a:xfrm>
          <a:custGeom>
            <a:avLst/>
            <a:gdLst/>
            <a:ahLst/>
            <a:cxnLst/>
            <a:rect r="r" b="b" t="t" l="l"/>
            <a:pathLst>
              <a:path h="1643186" w="1643186">
                <a:moveTo>
                  <a:pt x="0" y="0"/>
                </a:moveTo>
                <a:lnTo>
                  <a:pt x="1643185" y="0"/>
                </a:lnTo>
                <a:lnTo>
                  <a:pt x="1643185" y="1643186"/>
                </a:lnTo>
                <a:lnTo>
                  <a:pt x="0" y="16431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3_Shp22" id="183"/>
          <p:cNvSpPr txBox="true"/>
          <p:nvPr/>
        </p:nvSpPr>
        <p:spPr>
          <a:xfrm rot="0">
            <a:off x="-13094733" y="-2422275"/>
            <a:ext cx="8680038"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a:t>
            </a:r>
            <a:r>
              <a:rPr lang="en-US" sz="2499">
                <a:solidFill>
                  <a:srgbClr val="082009"/>
                </a:solidFill>
                <a:latin typeface="Fira Sans"/>
                <a:ea typeface="Fira Sans"/>
                <a:cs typeface="Fira Sans"/>
                <a:sym typeface="Fira Sans"/>
              </a:rPr>
              <a:t>ebih dari 3 tahun mengembangkan konten media digital.</a:t>
            </a:r>
          </a:p>
        </p:txBody>
      </p:sp>
      <p:sp>
        <p:nvSpPr>
          <p:cNvPr name="!!S3_Shp23" id="184"/>
          <p:cNvSpPr txBox="true"/>
          <p:nvPr/>
        </p:nvSpPr>
        <p:spPr>
          <a:xfrm rot="0">
            <a:off x="-7970913" y="8136256"/>
            <a:ext cx="3806576"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DIRI</a:t>
            </a:r>
          </a:p>
        </p:txBody>
      </p:sp>
      <p:sp>
        <p:nvSpPr>
          <p:cNvPr name="!!S3_Shp26" id="185"/>
          <p:cNvSpPr txBox="true"/>
          <p:nvPr/>
        </p:nvSpPr>
        <p:spPr>
          <a:xfrm rot="0">
            <a:off x="-14721960" y="-3111250"/>
            <a:ext cx="9888196" cy="1111250"/>
          </a:xfrm>
          <a:prstGeom prst="rect">
            <a:avLst/>
          </a:prstGeom>
        </p:spPr>
        <p:txBody>
          <a:bodyPr anchor="t" rtlCol="false" tIns="0" lIns="0" bIns="0" rIns="0">
            <a:spAutoFit/>
          </a:bodyPr>
          <a:lstStyle/>
          <a:p>
            <a:pPr algn="just">
              <a:lnSpc>
                <a:spcPts val="9100"/>
              </a:lnSpc>
            </a:pPr>
            <a:r>
              <a:rPr lang="en-US" sz="6500">
                <a:solidFill>
                  <a:srgbClr val="082009"/>
                </a:solidFill>
                <a:latin typeface="Notable"/>
                <a:ea typeface="Notable"/>
                <a:cs typeface="Notable"/>
                <a:sym typeface="Notable"/>
              </a:rPr>
              <a:t>K</a:t>
            </a:r>
            <a:r>
              <a:rPr lang="en-US" sz="6500">
                <a:solidFill>
                  <a:srgbClr val="082009"/>
                </a:solidFill>
                <a:latin typeface="Notable"/>
                <a:ea typeface="Notable"/>
                <a:cs typeface="Notable"/>
                <a:sym typeface="Notable"/>
              </a:rPr>
              <a:t>evin Pratama</a:t>
            </a:r>
          </a:p>
        </p:txBody>
      </p:sp>
      <p:sp>
        <p:nvSpPr>
          <p:cNvPr name="!!S3_Shp27" id="186"/>
          <p:cNvSpPr txBox="true"/>
          <p:nvPr/>
        </p:nvSpPr>
        <p:spPr>
          <a:xfrm rot="0">
            <a:off x="-9616626" y="-2606425"/>
            <a:ext cx="4782862" cy="606425"/>
          </a:xfrm>
          <a:prstGeom prst="rect">
            <a:avLst/>
          </a:prstGeom>
        </p:spPr>
        <p:txBody>
          <a:bodyPr anchor="t" rtlCol="false" tIns="0" lIns="0" bIns="0" rIns="0">
            <a:spAutoFit/>
          </a:bodyPr>
          <a:lstStyle/>
          <a:p>
            <a:pPr algn="just">
              <a:lnSpc>
                <a:spcPts val="4900"/>
              </a:lnSpc>
            </a:pPr>
            <a:r>
              <a:rPr lang="en-US" sz="3500">
                <a:solidFill>
                  <a:srgbClr val="082009"/>
                </a:solidFill>
                <a:latin typeface="Fira Sans"/>
                <a:ea typeface="Fira Sans"/>
                <a:cs typeface="Fira Sans"/>
                <a:sym typeface="Fira Sans"/>
              </a:rPr>
              <a:t>Kreator </a:t>
            </a:r>
            <a:r>
              <a:rPr lang="en-US" sz="3500">
                <a:solidFill>
                  <a:srgbClr val="082009"/>
                </a:solidFill>
                <a:latin typeface="Fira Sans"/>
                <a:ea typeface="Fira Sans"/>
                <a:cs typeface="Fira Sans"/>
                <a:sym typeface="Fira Sans"/>
              </a:rPr>
              <a:t>Konten Digital</a:t>
            </a:r>
          </a:p>
        </p:txBody>
      </p:sp>
      <p:sp>
        <p:nvSpPr>
          <p:cNvPr name="!!S3_Shp28" id="187"/>
          <p:cNvSpPr txBox="true"/>
          <p:nvPr/>
        </p:nvSpPr>
        <p:spPr>
          <a:xfrm rot="0">
            <a:off x="-6580907" y="-2422275"/>
            <a:ext cx="2224411" cy="422275"/>
          </a:xfrm>
          <a:prstGeom prst="rect">
            <a:avLst/>
          </a:prstGeom>
        </p:spPr>
        <p:txBody>
          <a:bodyPr anchor="t" rtlCol="false" tIns="0" lIns="0" bIns="0" rIns="0">
            <a:spAutoFit/>
          </a:bodyPr>
          <a:lstStyle/>
          <a:p>
            <a:pPr algn="just">
              <a:lnSpc>
                <a:spcPts val="3499"/>
              </a:lnSpc>
            </a:pPr>
            <a:r>
              <a:rPr lang="en-US" sz="2499">
                <a:solidFill>
                  <a:srgbClr val="FDFDFD"/>
                </a:solidFill>
                <a:latin typeface="Fira Sans"/>
                <a:ea typeface="Fira Sans"/>
                <a:cs typeface="Fira Sans"/>
                <a:sym typeface="Fira Sans"/>
              </a:rPr>
              <a:t>Pengalaman</a:t>
            </a:r>
          </a:p>
        </p:txBody>
      </p:sp>
      <p:sp>
        <p:nvSpPr>
          <p:cNvPr name="!!S3_Shp29" id="188"/>
          <p:cNvSpPr txBox="true"/>
          <p:nvPr/>
        </p:nvSpPr>
        <p:spPr>
          <a:xfrm rot="0">
            <a:off x="-6580907" y="5432635"/>
            <a:ext cx="2224411"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Fokus Konten</a:t>
            </a:r>
          </a:p>
        </p:txBody>
      </p:sp>
      <p:sp>
        <p:nvSpPr>
          <p:cNvPr name="!!S3_Shp30" id="189"/>
          <p:cNvSpPr txBox="true"/>
          <p:nvPr/>
        </p:nvSpPr>
        <p:spPr>
          <a:xfrm rot="0">
            <a:off x="-6580907" y="6482721"/>
            <a:ext cx="2224411" cy="422275"/>
          </a:xfrm>
          <a:prstGeom prst="rect">
            <a:avLst/>
          </a:prstGeom>
        </p:spPr>
        <p:txBody>
          <a:bodyPr anchor="t" rtlCol="false" tIns="0" lIns="0" bIns="0" rIns="0">
            <a:spAutoFit/>
          </a:bodyPr>
          <a:lstStyle/>
          <a:p>
            <a:pPr algn="just">
              <a:lnSpc>
                <a:spcPts val="3499"/>
              </a:lnSpc>
            </a:pPr>
            <a:r>
              <a:rPr lang="en-US" sz="2499">
                <a:solidFill>
                  <a:srgbClr val="FDFDFD"/>
                </a:solidFill>
                <a:latin typeface="Fira Sans"/>
                <a:ea typeface="Fira Sans"/>
                <a:cs typeface="Fira Sans"/>
                <a:sym typeface="Fira Sans"/>
              </a:rPr>
              <a:t>Lokasi</a:t>
            </a:r>
          </a:p>
        </p:txBody>
      </p:sp>
      <p:sp>
        <p:nvSpPr>
          <p:cNvPr name="!!S3_Shp31" id="190"/>
          <p:cNvSpPr txBox="true"/>
          <p:nvPr/>
        </p:nvSpPr>
        <p:spPr>
          <a:xfrm rot="0">
            <a:off x="-13094733" y="5432635"/>
            <a:ext cx="8680038"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Gaya H</a:t>
            </a:r>
            <a:r>
              <a:rPr lang="en-US" sz="2499">
                <a:solidFill>
                  <a:srgbClr val="082009"/>
                </a:solidFill>
                <a:latin typeface="Fira Sans"/>
                <a:ea typeface="Fira Sans"/>
                <a:cs typeface="Fira Sans"/>
                <a:sym typeface="Fira Sans"/>
              </a:rPr>
              <a:t>idup - Edukasi - Produk - UMKM</a:t>
            </a:r>
          </a:p>
        </p:txBody>
      </p:sp>
      <p:sp>
        <p:nvSpPr>
          <p:cNvPr name="!!S3_Shp32" id="191"/>
          <p:cNvSpPr txBox="true"/>
          <p:nvPr/>
        </p:nvSpPr>
        <p:spPr>
          <a:xfrm rot="0">
            <a:off x="-13094733" y="6482721"/>
            <a:ext cx="8680038" cy="4222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Jl. Mangga M</a:t>
            </a:r>
            <a:r>
              <a:rPr lang="en-US" sz="2499">
                <a:solidFill>
                  <a:srgbClr val="082009"/>
                </a:solidFill>
                <a:latin typeface="Fira Sans"/>
                <a:ea typeface="Fira Sans"/>
                <a:cs typeface="Fira Sans"/>
                <a:sym typeface="Fira Sans"/>
              </a:rPr>
              <a:t>uda 17A, Cilandak, Jakarta Selatan 12310</a:t>
            </a:r>
          </a:p>
        </p:txBody>
      </p:sp>
      <p:sp>
        <p:nvSpPr>
          <p:cNvPr name="!!S3_Shp33" id="192"/>
          <p:cNvSpPr txBox="true"/>
          <p:nvPr/>
        </p:nvSpPr>
        <p:spPr>
          <a:xfrm rot="0">
            <a:off x="-10626443" y="8136256"/>
            <a:ext cx="5792679"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PROFIL</a:t>
            </a:r>
          </a:p>
        </p:txBody>
      </p:sp>
      <p:sp>
        <p:nvSpPr>
          <p:cNvPr name="!!S3_Shp34" id="193"/>
          <p:cNvSpPr/>
          <p:nvPr/>
        </p:nvSpPr>
        <p:spPr>
          <a:xfrm flipH="false" flipV="false" rot="0">
            <a:off x="-5492919" y="-3754278"/>
            <a:ext cx="618782" cy="1754278"/>
          </a:xfrm>
          <a:custGeom>
            <a:avLst/>
            <a:gdLst/>
            <a:ahLst/>
            <a:cxnLst/>
            <a:rect r="r" b="b" t="t" l="l"/>
            <a:pathLst>
              <a:path h="1754278" w="618782">
                <a:moveTo>
                  <a:pt x="0" y="0"/>
                </a:moveTo>
                <a:lnTo>
                  <a:pt x="618782" y="0"/>
                </a:lnTo>
                <a:lnTo>
                  <a:pt x="618782" y="1754278"/>
                </a:lnTo>
                <a:lnTo>
                  <a:pt x="0" y="17542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txBody>
          <a:bodyPr/>
          <a:p/>
        </p:txBody>
      </p:sp>
      <p:sp>
        <p:nvSpPr>
          <p:cNvPr name="!!Persistent_HeaderLine" id="3"/>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4"/>
          <p:cNvGrpSpPr/>
          <p:nvPr/>
        </p:nvGrpSpPr>
        <p:grpSpPr>
          <a:xfrm rot="0">
            <a:off x="15278315" y="805237"/>
            <a:ext cx="1980985" cy="639706"/>
            <a:chOff x="0" y="0"/>
            <a:chExt cx="521741" cy="168482"/>
          </a:xfrm>
        </p:grpSpPr>
        <p:sp>
          <p:nvSpPr>
            <p:cNvPr name="Freeform 5" id="5"/>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6" id="6"/>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5_Shp7" id="7"/>
          <p:cNvGrpSpPr/>
          <p:nvPr/>
        </p:nvGrpSpPr>
        <p:grpSpPr>
          <a:xfrm rot="0">
            <a:off x="-143454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sp>
        <p:nvSpPr>
          <p:cNvPr name="!!S5_Shp10" id="10"/>
          <p:cNvSpPr/>
          <p:nvPr/>
        </p:nvSpPr>
        <p:spPr>
          <a:xfrm>
            <a:off x="3077359" y="6397424"/>
            <a:ext cx="12796771" cy="9525"/>
          </a:xfrm>
          <a:prstGeom prst="line">
            <a:avLst/>
          </a:prstGeom>
          <a:ln cap="flat" w="19050">
            <a:solidFill>
              <a:srgbClr val="165325"/>
            </a:solidFill>
            <a:prstDash val="solid"/>
            <a:headEnd type="none" len="sm" w="sm"/>
            <a:tailEnd type="none" len="sm" w="sm"/>
          </a:ln>
        </p:spPr>
        <p:txBody>
          <a:bodyPr/>
          <a:p/>
        </p:txBody>
      </p:sp>
      <p:grpSp>
        <p:nvGrpSpPr>
          <p:cNvPr name="!!S5_Shp11" id="11"/>
          <p:cNvGrpSpPr/>
          <p:nvPr/>
        </p:nvGrpSpPr>
        <p:grpSpPr>
          <a:xfrm rot="0">
            <a:off x="3797760" y="5780862"/>
            <a:ext cx="1072909" cy="852761"/>
            <a:chOff x="0" y="0"/>
            <a:chExt cx="282577" cy="224595"/>
          </a:xfrm>
        </p:grpSpPr>
        <p:sp>
          <p:nvSpPr>
            <p:cNvPr name="Freeform 12" id="12"/>
            <p:cNvSpPr/>
            <p:nvPr/>
          </p:nvSpPr>
          <p:spPr>
            <a:xfrm flipH="false" flipV="false" rot="0">
              <a:off x="0" y="0"/>
              <a:ext cx="282577" cy="224595"/>
            </a:xfrm>
            <a:custGeom>
              <a:avLst/>
              <a:gdLst/>
              <a:ahLst/>
              <a:cxnLst/>
              <a:rect r="r" b="b" t="t" l="l"/>
              <a:pathLst>
                <a:path h="224595" w="282577">
                  <a:moveTo>
                    <a:pt x="93806" y="0"/>
                  </a:moveTo>
                  <a:lnTo>
                    <a:pt x="188771" y="0"/>
                  </a:lnTo>
                  <a:cubicBezTo>
                    <a:pt x="240579" y="0"/>
                    <a:pt x="282577" y="41998"/>
                    <a:pt x="282577" y="93806"/>
                  </a:cubicBezTo>
                  <a:lnTo>
                    <a:pt x="282577" y="130790"/>
                  </a:lnTo>
                  <a:cubicBezTo>
                    <a:pt x="282577" y="155669"/>
                    <a:pt x="272694" y="179528"/>
                    <a:pt x="255102" y="197120"/>
                  </a:cubicBezTo>
                  <a:cubicBezTo>
                    <a:pt x="237510" y="214712"/>
                    <a:pt x="213650" y="224595"/>
                    <a:pt x="188771" y="224595"/>
                  </a:cubicBezTo>
                  <a:lnTo>
                    <a:pt x="93806" y="224595"/>
                  </a:lnTo>
                  <a:cubicBezTo>
                    <a:pt x="41998" y="224595"/>
                    <a:pt x="0" y="182597"/>
                    <a:pt x="0" y="130790"/>
                  </a:cubicBezTo>
                  <a:lnTo>
                    <a:pt x="0" y="93806"/>
                  </a:lnTo>
                  <a:cubicBezTo>
                    <a:pt x="0" y="41998"/>
                    <a:pt x="41998" y="0"/>
                    <a:pt x="93806"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282577" cy="272220"/>
            </a:xfrm>
            <a:prstGeom prst="rect">
              <a:avLst/>
            </a:prstGeom>
          </p:spPr>
          <p:txBody>
            <a:bodyPr anchor="ctr" rtlCol="false" tIns="50800" lIns="50800" bIns="50800" rIns="50800"/>
            <a:lstStyle/>
            <a:p>
              <a:pPr algn="ctr">
                <a:lnSpc>
                  <a:spcPts val="2800"/>
                </a:lnSpc>
              </a:pPr>
            </a:p>
          </p:txBody>
        </p:sp>
      </p:grpSp>
      <p:grpSp>
        <p:nvGrpSpPr>
          <p:cNvPr name="!!S5_Shp14" id="14"/>
          <p:cNvGrpSpPr/>
          <p:nvPr/>
        </p:nvGrpSpPr>
        <p:grpSpPr>
          <a:xfrm rot="0">
            <a:off x="8415918" y="5780862"/>
            <a:ext cx="1072909" cy="852761"/>
            <a:chOff x="0" y="0"/>
            <a:chExt cx="282577" cy="224595"/>
          </a:xfrm>
        </p:grpSpPr>
        <p:sp>
          <p:nvSpPr>
            <p:cNvPr name="Freeform 15" id="15"/>
            <p:cNvSpPr/>
            <p:nvPr/>
          </p:nvSpPr>
          <p:spPr>
            <a:xfrm flipH="false" flipV="false" rot="0">
              <a:off x="0" y="0"/>
              <a:ext cx="282577" cy="224595"/>
            </a:xfrm>
            <a:custGeom>
              <a:avLst/>
              <a:gdLst/>
              <a:ahLst/>
              <a:cxnLst/>
              <a:rect r="r" b="b" t="t" l="l"/>
              <a:pathLst>
                <a:path h="224595" w="282577">
                  <a:moveTo>
                    <a:pt x="93806" y="0"/>
                  </a:moveTo>
                  <a:lnTo>
                    <a:pt x="188771" y="0"/>
                  </a:lnTo>
                  <a:cubicBezTo>
                    <a:pt x="240579" y="0"/>
                    <a:pt x="282577" y="41998"/>
                    <a:pt x="282577" y="93806"/>
                  </a:cubicBezTo>
                  <a:lnTo>
                    <a:pt x="282577" y="130790"/>
                  </a:lnTo>
                  <a:cubicBezTo>
                    <a:pt x="282577" y="155669"/>
                    <a:pt x="272694" y="179528"/>
                    <a:pt x="255102" y="197120"/>
                  </a:cubicBezTo>
                  <a:cubicBezTo>
                    <a:pt x="237510" y="214712"/>
                    <a:pt x="213650" y="224595"/>
                    <a:pt x="188771" y="224595"/>
                  </a:cubicBezTo>
                  <a:lnTo>
                    <a:pt x="93806" y="224595"/>
                  </a:lnTo>
                  <a:cubicBezTo>
                    <a:pt x="41998" y="224595"/>
                    <a:pt x="0" y="182597"/>
                    <a:pt x="0" y="130790"/>
                  </a:cubicBezTo>
                  <a:lnTo>
                    <a:pt x="0" y="93806"/>
                  </a:lnTo>
                  <a:cubicBezTo>
                    <a:pt x="0" y="41998"/>
                    <a:pt x="41998" y="0"/>
                    <a:pt x="93806" y="0"/>
                  </a:cubicBezTo>
                  <a:close/>
                </a:path>
              </a:pathLst>
            </a:custGeom>
            <a:gradFill rotWithShape="true">
              <a:gsLst>
                <a:gs pos="0">
                  <a:srgbClr val="19621D">
                    <a:alpha val="100000"/>
                  </a:srgbClr>
                </a:gs>
                <a:gs pos="100000">
                  <a:srgbClr val="0A3931">
                    <a:alpha val="100000"/>
                  </a:srgbClr>
                </a:gs>
              </a:gsLst>
              <a:lin ang="2700000"/>
            </a:gradFill>
          </p:spPr>
        </p:sp>
        <p:sp>
          <p:nvSpPr>
            <p:cNvPr name="TextBox 16" id="16"/>
            <p:cNvSpPr txBox="true"/>
            <p:nvPr/>
          </p:nvSpPr>
          <p:spPr>
            <a:xfrm>
              <a:off x="0" y="-47625"/>
              <a:ext cx="282577" cy="272220"/>
            </a:xfrm>
            <a:prstGeom prst="rect">
              <a:avLst/>
            </a:prstGeom>
          </p:spPr>
          <p:txBody>
            <a:bodyPr anchor="ctr" rtlCol="false" tIns="50800" lIns="50800" bIns="50800" rIns="50800"/>
            <a:lstStyle/>
            <a:p>
              <a:pPr algn="ctr">
                <a:lnSpc>
                  <a:spcPts val="2800"/>
                </a:lnSpc>
              </a:pPr>
            </a:p>
          </p:txBody>
        </p:sp>
      </p:grpSp>
      <p:grpSp>
        <p:nvGrpSpPr>
          <p:cNvPr name="!!S5_Shp17" id="17"/>
          <p:cNvGrpSpPr/>
          <p:nvPr/>
        </p:nvGrpSpPr>
        <p:grpSpPr>
          <a:xfrm rot="0">
            <a:off x="13162530" y="5761028"/>
            <a:ext cx="1072909" cy="852761"/>
            <a:chOff x="0" y="0"/>
            <a:chExt cx="282577" cy="224595"/>
          </a:xfrm>
        </p:grpSpPr>
        <p:sp>
          <p:nvSpPr>
            <p:cNvPr name="Freeform 18" id="18"/>
            <p:cNvSpPr/>
            <p:nvPr/>
          </p:nvSpPr>
          <p:spPr>
            <a:xfrm flipH="false" flipV="false" rot="0">
              <a:off x="0" y="0"/>
              <a:ext cx="282577" cy="224595"/>
            </a:xfrm>
            <a:custGeom>
              <a:avLst/>
              <a:gdLst/>
              <a:ahLst/>
              <a:cxnLst/>
              <a:rect r="r" b="b" t="t" l="l"/>
              <a:pathLst>
                <a:path h="224595" w="282577">
                  <a:moveTo>
                    <a:pt x="93806" y="0"/>
                  </a:moveTo>
                  <a:lnTo>
                    <a:pt x="188771" y="0"/>
                  </a:lnTo>
                  <a:cubicBezTo>
                    <a:pt x="240579" y="0"/>
                    <a:pt x="282577" y="41998"/>
                    <a:pt x="282577" y="93806"/>
                  </a:cubicBezTo>
                  <a:lnTo>
                    <a:pt x="282577" y="130790"/>
                  </a:lnTo>
                  <a:cubicBezTo>
                    <a:pt x="282577" y="155669"/>
                    <a:pt x="272694" y="179528"/>
                    <a:pt x="255102" y="197120"/>
                  </a:cubicBezTo>
                  <a:cubicBezTo>
                    <a:pt x="237510" y="214712"/>
                    <a:pt x="213650" y="224595"/>
                    <a:pt x="188771" y="224595"/>
                  </a:cubicBezTo>
                  <a:lnTo>
                    <a:pt x="93806" y="224595"/>
                  </a:lnTo>
                  <a:cubicBezTo>
                    <a:pt x="41998" y="224595"/>
                    <a:pt x="0" y="182597"/>
                    <a:pt x="0" y="130790"/>
                  </a:cubicBezTo>
                  <a:lnTo>
                    <a:pt x="0" y="93806"/>
                  </a:lnTo>
                  <a:cubicBezTo>
                    <a:pt x="0" y="41998"/>
                    <a:pt x="41998" y="0"/>
                    <a:pt x="93806"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282577" cy="272220"/>
            </a:xfrm>
            <a:prstGeom prst="rect">
              <a:avLst/>
            </a:prstGeom>
          </p:spPr>
          <p:txBody>
            <a:bodyPr anchor="ctr" rtlCol="false" tIns="50800" lIns="50800" bIns="50800" rIns="50800"/>
            <a:lstStyle/>
            <a:p>
              <a:pPr algn="ctr">
                <a:lnSpc>
                  <a:spcPts val="2800"/>
                </a:lnSpc>
              </a:pPr>
            </a:p>
          </p:txBody>
        </p:sp>
      </p:grpSp>
      <p:sp>
        <p:nvSpPr>
          <p:cNvPr name="!!S5_Shp20" id="20"/>
          <p:cNvSpPr/>
          <p:nvPr/>
        </p:nvSpPr>
        <p:spPr>
          <a:xfrm flipH="false" flipV="false" rot="-5400000">
            <a:off x="-1555356" y="319280"/>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5_Shp21" id="21"/>
          <p:cNvSpPr/>
          <p:nvPr/>
        </p:nvSpPr>
        <p:spPr>
          <a:xfrm flipH="false" flipV="false" rot="-5400000">
            <a:off x="-1555356" y="4708927"/>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5_Shp22" id="22"/>
          <p:cNvSpPr/>
          <p:nvPr/>
        </p:nvSpPr>
        <p:spPr>
          <a:xfrm flipH="false" flipV="false" rot="-5400000">
            <a:off x="-1555356" y="9098574"/>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5_Shp23" id="23"/>
          <p:cNvSpPr/>
          <p:nvPr/>
        </p:nvSpPr>
        <p:spPr>
          <a:xfrm flipH="false" flipV="false" rot="0">
            <a:off x="16035312" y="8430821"/>
            <a:ext cx="1561930" cy="1226825"/>
          </a:xfrm>
          <a:custGeom>
            <a:avLst/>
            <a:gdLst/>
            <a:ahLst/>
            <a:cxnLst/>
            <a:rect r="r" b="b" t="t" l="l"/>
            <a:pathLst>
              <a:path h="1226825" w="1561930">
                <a:moveTo>
                  <a:pt x="0" y="0"/>
                </a:moveTo>
                <a:lnTo>
                  <a:pt x="1561930" y="0"/>
                </a:lnTo>
                <a:lnTo>
                  <a:pt x="1561930" y="1226825"/>
                </a:lnTo>
                <a:lnTo>
                  <a:pt x="0" y="12268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5_Shp24" id="24"/>
          <p:cNvSpPr/>
          <p:nvPr/>
        </p:nvSpPr>
        <p:spPr>
          <a:xfrm flipH="false" flipV="false" rot="0">
            <a:off x="14148347" y="2505057"/>
            <a:ext cx="2303058" cy="2265371"/>
          </a:xfrm>
          <a:custGeom>
            <a:avLst/>
            <a:gdLst/>
            <a:ahLst/>
            <a:cxnLst/>
            <a:rect r="r" b="b" t="t" l="l"/>
            <a:pathLst>
              <a:path h="2265371" w="2303058">
                <a:moveTo>
                  <a:pt x="0" y="0"/>
                </a:moveTo>
                <a:lnTo>
                  <a:pt x="2303058" y="0"/>
                </a:lnTo>
                <a:lnTo>
                  <a:pt x="2303058" y="2265371"/>
                </a:lnTo>
                <a:lnTo>
                  <a:pt x="0" y="22653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5_Shp25" id="25"/>
          <p:cNvSpPr/>
          <p:nvPr/>
        </p:nvSpPr>
        <p:spPr>
          <a:xfrm flipH="false" flipV="false" rot="5400000">
            <a:off x="13657709" y="1858309"/>
            <a:ext cx="981276" cy="981276"/>
          </a:xfrm>
          <a:custGeom>
            <a:avLst/>
            <a:gdLst/>
            <a:ahLst/>
            <a:cxnLst/>
            <a:rect r="r" b="b" t="t" l="l"/>
            <a:pathLst>
              <a:path h="981276" w="981276">
                <a:moveTo>
                  <a:pt x="0" y="0"/>
                </a:moveTo>
                <a:lnTo>
                  <a:pt x="981276" y="0"/>
                </a:lnTo>
                <a:lnTo>
                  <a:pt x="981276" y="981276"/>
                </a:lnTo>
                <a:lnTo>
                  <a:pt x="0" y="98127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S5_Shp26" id="26"/>
          <p:cNvSpPr txBox="true"/>
          <p:nvPr/>
        </p:nvSpPr>
        <p:spPr>
          <a:xfrm rot="0">
            <a:off x="2819550" y="1639440"/>
            <a:ext cx="9311744"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RIWAYAT </a:t>
            </a:r>
          </a:p>
        </p:txBody>
      </p:sp>
      <p:sp>
        <p:nvSpPr>
          <p:cNvPr name="!!Persistent_PageNumber" id="27"/>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05</a:t>
            </a:r>
          </a:p>
        </p:txBody>
      </p:sp>
      <p:sp>
        <p:nvSpPr>
          <p:cNvPr name="!!Persistent_HeaderTitle" id="28"/>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5_Shp29" id="29"/>
          <p:cNvSpPr txBox="true"/>
          <p:nvPr/>
        </p:nvSpPr>
        <p:spPr>
          <a:xfrm rot="0">
            <a:off x="2481536" y="7119398"/>
            <a:ext cx="3705357"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SMA Insp</a:t>
            </a:r>
            <a:r>
              <a:rPr lang="en-US" b="true" sz="2499">
                <a:solidFill>
                  <a:srgbClr val="082009"/>
                </a:solidFill>
                <a:latin typeface="Fira Sans Bold"/>
                <a:ea typeface="Fira Sans Bold"/>
                <a:cs typeface="Fira Sans Bold"/>
                <a:sym typeface="Fira Sans Bold"/>
              </a:rPr>
              <a:t>irasi Bangsa</a:t>
            </a:r>
          </a:p>
        </p:txBody>
      </p:sp>
      <p:sp>
        <p:nvSpPr>
          <p:cNvPr name="!!S5_Shp30" id="30"/>
          <p:cNvSpPr txBox="true"/>
          <p:nvPr/>
        </p:nvSpPr>
        <p:spPr>
          <a:xfrm rot="0">
            <a:off x="2481536" y="7561696"/>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2018-2021</a:t>
            </a:r>
          </a:p>
        </p:txBody>
      </p:sp>
      <p:sp>
        <p:nvSpPr>
          <p:cNvPr name="!!S5_Shp31" id="31"/>
          <p:cNvSpPr txBox="true"/>
          <p:nvPr/>
        </p:nvSpPr>
        <p:spPr>
          <a:xfrm rot="0">
            <a:off x="6616044" y="7124923"/>
            <a:ext cx="4672656"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Un</a:t>
            </a:r>
            <a:r>
              <a:rPr lang="en-US" b="true" sz="2499">
                <a:solidFill>
                  <a:srgbClr val="082009"/>
                </a:solidFill>
                <a:latin typeface="Fira Sans Bold"/>
                <a:ea typeface="Fira Sans Bold"/>
                <a:cs typeface="Fira Sans Bold"/>
                <a:sym typeface="Fira Sans Bold"/>
              </a:rPr>
              <a:t>iversitas Utama Bangsa</a:t>
            </a:r>
          </a:p>
        </p:txBody>
      </p:sp>
      <p:sp>
        <p:nvSpPr>
          <p:cNvPr name="!!S5_Shp32" id="32"/>
          <p:cNvSpPr txBox="true"/>
          <p:nvPr/>
        </p:nvSpPr>
        <p:spPr>
          <a:xfrm rot="0">
            <a:off x="7099694" y="7567221"/>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2021-2025</a:t>
            </a:r>
          </a:p>
        </p:txBody>
      </p:sp>
      <p:sp>
        <p:nvSpPr>
          <p:cNvPr name="!!S5_Shp33" id="33"/>
          <p:cNvSpPr txBox="true"/>
          <p:nvPr/>
        </p:nvSpPr>
        <p:spPr>
          <a:xfrm rot="0">
            <a:off x="7099694" y="8008546"/>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S1 Ilmu Komunikasi</a:t>
            </a:r>
          </a:p>
        </p:txBody>
      </p:sp>
      <p:sp>
        <p:nvSpPr>
          <p:cNvPr name="!!S5_Shp34" id="34"/>
          <p:cNvSpPr txBox="true"/>
          <p:nvPr/>
        </p:nvSpPr>
        <p:spPr>
          <a:xfrm rot="0">
            <a:off x="11362656" y="7119398"/>
            <a:ext cx="4672656"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Un</a:t>
            </a:r>
            <a:r>
              <a:rPr lang="en-US" b="true" sz="2499">
                <a:solidFill>
                  <a:srgbClr val="082009"/>
                </a:solidFill>
                <a:latin typeface="Fira Sans Bold"/>
                <a:ea typeface="Fira Sans Bold"/>
                <a:cs typeface="Fira Sans Bold"/>
                <a:sym typeface="Fira Sans Bold"/>
              </a:rPr>
              <a:t>iversitas Utama Bangsa</a:t>
            </a:r>
          </a:p>
        </p:txBody>
      </p:sp>
      <p:sp>
        <p:nvSpPr>
          <p:cNvPr name="!!S5_Shp35" id="35"/>
          <p:cNvSpPr txBox="true"/>
          <p:nvPr/>
        </p:nvSpPr>
        <p:spPr>
          <a:xfrm rot="0">
            <a:off x="11846306" y="7561209"/>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2025-2028</a:t>
            </a:r>
          </a:p>
        </p:txBody>
      </p:sp>
      <p:sp>
        <p:nvSpPr>
          <p:cNvPr name="!!S5_Shp36" id="36"/>
          <p:cNvSpPr txBox="true"/>
          <p:nvPr/>
        </p:nvSpPr>
        <p:spPr>
          <a:xfrm rot="0">
            <a:off x="11846306" y="8008546"/>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S2 Ilmu Komunikasi</a:t>
            </a:r>
          </a:p>
        </p:txBody>
      </p:sp>
      <p:sp>
        <p:nvSpPr>
          <p:cNvPr name="!!S5_Shp37" id="37"/>
          <p:cNvSpPr txBox="true"/>
          <p:nvPr/>
        </p:nvSpPr>
        <p:spPr>
          <a:xfrm rot="0">
            <a:off x="3702722" y="5984674"/>
            <a:ext cx="1262985" cy="422275"/>
          </a:xfrm>
          <a:prstGeom prst="rect">
            <a:avLst/>
          </a:prstGeom>
        </p:spPr>
        <p:txBody>
          <a:bodyPr anchor="t" rtlCol="false" tIns="0" lIns="0" bIns="0" rIns="0">
            <a:spAutoFit/>
          </a:bodyPr>
          <a:lstStyle/>
          <a:p>
            <a:pPr algn="ctr">
              <a:lnSpc>
                <a:spcPts val="3499"/>
              </a:lnSpc>
            </a:pPr>
            <a:r>
              <a:rPr lang="en-US" b="true" sz="2499" spc="304">
                <a:solidFill>
                  <a:srgbClr val="FDFDFD"/>
                </a:solidFill>
                <a:latin typeface="Fira Sans Bold"/>
                <a:ea typeface="Fira Sans Bold"/>
                <a:cs typeface="Fira Sans Bold"/>
                <a:sym typeface="Fira Sans Bold"/>
              </a:rPr>
              <a:t>SMA</a:t>
            </a:r>
          </a:p>
        </p:txBody>
      </p:sp>
      <p:sp>
        <p:nvSpPr>
          <p:cNvPr name="!!S5_Shp38" id="38"/>
          <p:cNvSpPr txBox="true"/>
          <p:nvPr/>
        </p:nvSpPr>
        <p:spPr>
          <a:xfrm rot="0">
            <a:off x="8337406" y="5984674"/>
            <a:ext cx="1262985" cy="422275"/>
          </a:xfrm>
          <a:prstGeom prst="rect">
            <a:avLst/>
          </a:prstGeom>
        </p:spPr>
        <p:txBody>
          <a:bodyPr anchor="t" rtlCol="false" tIns="0" lIns="0" bIns="0" rIns="0">
            <a:spAutoFit/>
          </a:bodyPr>
          <a:lstStyle/>
          <a:p>
            <a:pPr algn="ctr">
              <a:lnSpc>
                <a:spcPts val="3499"/>
              </a:lnSpc>
            </a:pPr>
            <a:r>
              <a:rPr lang="en-US" b="true" sz="2499" spc="304">
                <a:solidFill>
                  <a:srgbClr val="FDFDFD"/>
                </a:solidFill>
                <a:latin typeface="Fira Sans Bold"/>
                <a:ea typeface="Fira Sans Bold"/>
                <a:cs typeface="Fira Sans Bold"/>
                <a:sym typeface="Fira Sans Bold"/>
              </a:rPr>
              <a:t>S1</a:t>
            </a:r>
          </a:p>
        </p:txBody>
      </p:sp>
      <p:sp>
        <p:nvSpPr>
          <p:cNvPr name="!!S5_Shp39" id="39"/>
          <p:cNvSpPr txBox="true"/>
          <p:nvPr/>
        </p:nvSpPr>
        <p:spPr>
          <a:xfrm rot="0">
            <a:off x="13067491" y="5956375"/>
            <a:ext cx="1262985" cy="422275"/>
          </a:xfrm>
          <a:prstGeom prst="rect">
            <a:avLst/>
          </a:prstGeom>
        </p:spPr>
        <p:txBody>
          <a:bodyPr anchor="t" rtlCol="false" tIns="0" lIns="0" bIns="0" rIns="0">
            <a:spAutoFit/>
          </a:bodyPr>
          <a:lstStyle/>
          <a:p>
            <a:pPr algn="ctr">
              <a:lnSpc>
                <a:spcPts val="3499"/>
              </a:lnSpc>
            </a:pPr>
            <a:r>
              <a:rPr lang="en-US" b="true" sz="2499" spc="304">
                <a:solidFill>
                  <a:srgbClr val="FDFDFD"/>
                </a:solidFill>
                <a:latin typeface="Fira Sans Bold"/>
                <a:ea typeface="Fira Sans Bold"/>
                <a:cs typeface="Fira Sans Bold"/>
                <a:sym typeface="Fira Sans Bold"/>
              </a:rPr>
              <a:t>S2</a:t>
            </a:r>
          </a:p>
        </p:txBody>
      </p:sp>
      <p:sp>
        <p:nvSpPr>
          <p:cNvPr name="!!S5_Shp40" id="40"/>
          <p:cNvSpPr txBox="true"/>
          <p:nvPr/>
        </p:nvSpPr>
        <p:spPr>
          <a:xfrm rot="0">
            <a:off x="2819550" y="2939009"/>
            <a:ext cx="8730108"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PENDIDIKAN</a:t>
            </a:r>
          </a:p>
        </p:txBody>
      </p:sp>
      <p:grpSp>
        <p:nvGrpSpPr>
          <p:cNvPr name="!!S6_Shp7" id="150"/>
          <p:cNvGrpSpPr/>
          <p:nvPr/>
        </p:nvGrpSpPr>
        <p:grpSpPr>
          <a:xfrm rot="0">
            <a:off x="2185345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6_Shp10" id="151"/>
          <p:cNvGrpSpPr/>
          <p:nvPr/>
        </p:nvGrpSpPr>
        <p:grpSpPr>
          <a:xfrm rot="0">
            <a:off x="21942772" y="2630422"/>
            <a:ext cx="3047229" cy="1693689"/>
            <a:chOff x="0" y="0"/>
            <a:chExt cx="802562" cy="446075"/>
          </a:xfrm>
        </p:grpSpPr>
        <p:sp>
          <p:nvSpPr>
            <p:cNvPr name="Freeform 11" id="11"/>
            <p:cNvSpPr/>
            <p:nvPr/>
          </p:nvSpPr>
          <p:spPr>
            <a:xfrm flipH="false" flipV="false" rot="0">
              <a:off x="0" y="0"/>
              <a:ext cx="802562" cy="446075"/>
            </a:xfrm>
            <a:custGeom>
              <a:avLst/>
              <a:gdLst/>
              <a:ahLst/>
              <a:cxnLst/>
              <a:rect r="r" b="b" t="t" l="l"/>
              <a:pathLst>
                <a:path h="446075" w="802562">
                  <a:moveTo>
                    <a:pt x="33028" y="0"/>
                  </a:moveTo>
                  <a:lnTo>
                    <a:pt x="769534" y="0"/>
                  </a:lnTo>
                  <a:cubicBezTo>
                    <a:pt x="778294" y="0"/>
                    <a:pt x="786695" y="3480"/>
                    <a:pt x="792889" y="9674"/>
                  </a:cubicBezTo>
                  <a:cubicBezTo>
                    <a:pt x="799083" y="15868"/>
                    <a:pt x="802562" y="24269"/>
                    <a:pt x="802562" y="33028"/>
                  </a:cubicBezTo>
                  <a:lnTo>
                    <a:pt x="802562" y="413046"/>
                  </a:lnTo>
                  <a:cubicBezTo>
                    <a:pt x="802562" y="421806"/>
                    <a:pt x="799083" y="430207"/>
                    <a:pt x="792889" y="436401"/>
                  </a:cubicBezTo>
                  <a:cubicBezTo>
                    <a:pt x="786695" y="442595"/>
                    <a:pt x="778294" y="446075"/>
                    <a:pt x="769534" y="446075"/>
                  </a:cubicBezTo>
                  <a:lnTo>
                    <a:pt x="33028" y="446075"/>
                  </a:lnTo>
                  <a:cubicBezTo>
                    <a:pt x="24269" y="446075"/>
                    <a:pt x="15868" y="442595"/>
                    <a:pt x="9674" y="436401"/>
                  </a:cubicBezTo>
                  <a:cubicBezTo>
                    <a:pt x="3480" y="430207"/>
                    <a:pt x="0" y="421806"/>
                    <a:pt x="0" y="41304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12" id="12"/>
            <p:cNvSpPr txBox="true"/>
            <p:nvPr/>
          </p:nvSpPr>
          <p:spPr>
            <a:xfrm>
              <a:off x="0" y="-47625"/>
              <a:ext cx="802562" cy="493700"/>
            </a:xfrm>
            <a:prstGeom prst="rect">
              <a:avLst/>
            </a:prstGeom>
          </p:spPr>
          <p:txBody>
            <a:bodyPr anchor="ctr" rtlCol="false" tIns="50800" lIns="50800" bIns="50800" rIns="50800"/>
            <a:lstStyle/>
            <a:p>
              <a:pPr algn="ctr">
                <a:lnSpc>
                  <a:spcPts val="2800"/>
                </a:lnSpc>
              </a:pPr>
            </a:p>
          </p:txBody>
        </p:sp>
      </p:grpSp>
      <p:grpSp>
        <p:nvGrpSpPr>
          <p:cNvPr name="!!S6_Shp13" id="152"/>
          <p:cNvGrpSpPr/>
          <p:nvPr/>
        </p:nvGrpSpPr>
        <p:grpSpPr>
          <a:xfrm rot="0">
            <a:off x="21384771" y="2624695"/>
            <a:ext cx="3047229" cy="1699417"/>
            <a:chOff x="0" y="0"/>
            <a:chExt cx="802562" cy="447583"/>
          </a:xfrm>
        </p:grpSpPr>
        <p:sp>
          <p:nvSpPr>
            <p:cNvPr name="Freeform 14" id="14"/>
            <p:cNvSpPr/>
            <p:nvPr/>
          </p:nvSpPr>
          <p:spPr>
            <a:xfrm flipH="false" flipV="false" rot="0">
              <a:off x="0" y="0"/>
              <a:ext cx="802562" cy="447583"/>
            </a:xfrm>
            <a:custGeom>
              <a:avLst/>
              <a:gdLst/>
              <a:ahLst/>
              <a:cxnLst/>
              <a:rect r="r" b="b" t="t" l="l"/>
              <a:pathLst>
                <a:path h="447583" w="802562">
                  <a:moveTo>
                    <a:pt x="33028" y="0"/>
                  </a:moveTo>
                  <a:lnTo>
                    <a:pt x="769534" y="0"/>
                  </a:lnTo>
                  <a:cubicBezTo>
                    <a:pt x="778294" y="0"/>
                    <a:pt x="786695" y="3480"/>
                    <a:pt x="792889" y="9674"/>
                  </a:cubicBezTo>
                  <a:cubicBezTo>
                    <a:pt x="799083" y="15868"/>
                    <a:pt x="802562" y="24269"/>
                    <a:pt x="802562" y="33028"/>
                  </a:cubicBezTo>
                  <a:lnTo>
                    <a:pt x="802562" y="414555"/>
                  </a:lnTo>
                  <a:cubicBezTo>
                    <a:pt x="802562" y="423314"/>
                    <a:pt x="799083" y="431715"/>
                    <a:pt x="792889" y="437909"/>
                  </a:cubicBezTo>
                  <a:cubicBezTo>
                    <a:pt x="786695" y="444103"/>
                    <a:pt x="778294" y="447583"/>
                    <a:pt x="769534" y="447583"/>
                  </a:cubicBezTo>
                  <a:lnTo>
                    <a:pt x="33028" y="447583"/>
                  </a:lnTo>
                  <a:cubicBezTo>
                    <a:pt x="24269" y="447583"/>
                    <a:pt x="15868" y="444103"/>
                    <a:pt x="9674" y="437909"/>
                  </a:cubicBezTo>
                  <a:cubicBezTo>
                    <a:pt x="3480" y="431715"/>
                    <a:pt x="0" y="423314"/>
                    <a:pt x="0" y="414555"/>
                  </a:cubicBezTo>
                  <a:lnTo>
                    <a:pt x="0" y="33028"/>
                  </a:lnTo>
                  <a:cubicBezTo>
                    <a:pt x="0" y="24269"/>
                    <a:pt x="3480" y="15868"/>
                    <a:pt x="9674" y="9674"/>
                  </a:cubicBezTo>
                  <a:cubicBezTo>
                    <a:pt x="15868" y="3480"/>
                    <a:pt x="24269" y="0"/>
                    <a:pt x="33028"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5" id="15"/>
            <p:cNvSpPr txBox="true"/>
            <p:nvPr/>
          </p:nvSpPr>
          <p:spPr>
            <a:xfrm>
              <a:off x="0" y="-47625"/>
              <a:ext cx="802562" cy="495208"/>
            </a:xfrm>
            <a:prstGeom prst="rect">
              <a:avLst/>
            </a:prstGeom>
          </p:spPr>
          <p:txBody>
            <a:bodyPr anchor="ctr" rtlCol="false" tIns="50800" lIns="50800" bIns="50800" rIns="50800"/>
            <a:lstStyle/>
            <a:p>
              <a:pPr algn="ctr">
                <a:lnSpc>
                  <a:spcPts val="2800"/>
                </a:lnSpc>
              </a:pPr>
            </a:p>
          </p:txBody>
        </p:sp>
      </p:grpSp>
      <p:grpSp>
        <p:nvGrpSpPr>
          <p:cNvPr name="!!S6_Shp16" id="153"/>
          <p:cNvGrpSpPr/>
          <p:nvPr/>
        </p:nvGrpSpPr>
        <p:grpSpPr>
          <a:xfrm rot="0">
            <a:off x="21822525" y="2636149"/>
            <a:ext cx="3047229" cy="1693689"/>
            <a:chOff x="0" y="0"/>
            <a:chExt cx="802562" cy="446075"/>
          </a:xfrm>
        </p:grpSpPr>
        <p:sp>
          <p:nvSpPr>
            <p:cNvPr name="Freeform 17" id="17"/>
            <p:cNvSpPr/>
            <p:nvPr/>
          </p:nvSpPr>
          <p:spPr>
            <a:xfrm flipH="false" flipV="false" rot="0">
              <a:off x="0" y="0"/>
              <a:ext cx="802562" cy="446075"/>
            </a:xfrm>
            <a:custGeom>
              <a:avLst/>
              <a:gdLst/>
              <a:ahLst/>
              <a:cxnLst/>
              <a:rect r="r" b="b" t="t" l="l"/>
              <a:pathLst>
                <a:path h="446075" w="802562">
                  <a:moveTo>
                    <a:pt x="33028" y="0"/>
                  </a:moveTo>
                  <a:lnTo>
                    <a:pt x="769534" y="0"/>
                  </a:lnTo>
                  <a:cubicBezTo>
                    <a:pt x="778294" y="0"/>
                    <a:pt x="786695" y="3480"/>
                    <a:pt x="792889" y="9674"/>
                  </a:cubicBezTo>
                  <a:cubicBezTo>
                    <a:pt x="799083" y="15868"/>
                    <a:pt x="802562" y="24269"/>
                    <a:pt x="802562" y="33028"/>
                  </a:cubicBezTo>
                  <a:lnTo>
                    <a:pt x="802562" y="413046"/>
                  </a:lnTo>
                  <a:cubicBezTo>
                    <a:pt x="802562" y="421806"/>
                    <a:pt x="799083" y="430207"/>
                    <a:pt x="792889" y="436401"/>
                  </a:cubicBezTo>
                  <a:cubicBezTo>
                    <a:pt x="786695" y="442595"/>
                    <a:pt x="778294" y="446075"/>
                    <a:pt x="769534" y="446075"/>
                  </a:cubicBezTo>
                  <a:lnTo>
                    <a:pt x="33028" y="446075"/>
                  </a:lnTo>
                  <a:cubicBezTo>
                    <a:pt x="24269" y="446075"/>
                    <a:pt x="15868" y="442595"/>
                    <a:pt x="9674" y="436401"/>
                  </a:cubicBezTo>
                  <a:cubicBezTo>
                    <a:pt x="3480" y="430207"/>
                    <a:pt x="0" y="421806"/>
                    <a:pt x="0" y="41304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18" id="18"/>
            <p:cNvSpPr txBox="true"/>
            <p:nvPr/>
          </p:nvSpPr>
          <p:spPr>
            <a:xfrm>
              <a:off x="0" y="-47625"/>
              <a:ext cx="802562" cy="493700"/>
            </a:xfrm>
            <a:prstGeom prst="rect">
              <a:avLst/>
            </a:prstGeom>
          </p:spPr>
          <p:txBody>
            <a:bodyPr anchor="ctr" rtlCol="false" tIns="50800" lIns="50800" bIns="50800" rIns="50800"/>
            <a:lstStyle/>
            <a:p>
              <a:pPr algn="ctr">
                <a:lnSpc>
                  <a:spcPts val="2800"/>
                </a:lnSpc>
              </a:pPr>
            </a:p>
          </p:txBody>
        </p:sp>
      </p:grpSp>
      <p:grpSp>
        <p:nvGrpSpPr>
          <p:cNvPr name="!!S6_Shp19" id="154"/>
          <p:cNvGrpSpPr/>
          <p:nvPr/>
        </p:nvGrpSpPr>
        <p:grpSpPr>
          <a:xfrm rot="0">
            <a:off x="22264525" y="2630422"/>
            <a:ext cx="3047229" cy="1699417"/>
            <a:chOff x="0" y="0"/>
            <a:chExt cx="802562" cy="447583"/>
          </a:xfrm>
        </p:grpSpPr>
        <p:sp>
          <p:nvSpPr>
            <p:cNvPr name="Freeform 20" id="20"/>
            <p:cNvSpPr/>
            <p:nvPr/>
          </p:nvSpPr>
          <p:spPr>
            <a:xfrm flipH="false" flipV="false" rot="0">
              <a:off x="0" y="0"/>
              <a:ext cx="802562" cy="447583"/>
            </a:xfrm>
            <a:custGeom>
              <a:avLst/>
              <a:gdLst/>
              <a:ahLst/>
              <a:cxnLst/>
              <a:rect r="r" b="b" t="t" l="l"/>
              <a:pathLst>
                <a:path h="447583" w="802562">
                  <a:moveTo>
                    <a:pt x="33028" y="0"/>
                  </a:moveTo>
                  <a:lnTo>
                    <a:pt x="769534" y="0"/>
                  </a:lnTo>
                  <a:cubicBezTo>
                    <a:pt x="778294" y="0"/>
                    <a:pt x="786695" y="3480"/>
                    <a:pt x="792889" y="9674"/>
                  </a:cubicBezTo>
                  <a:cubicBezTo>
                    <a:pt x="799083" y="15868"/>
                    <a:pt x="802562" y="24269"/>
                    <a:pt x="802562" y="33028"/>
                  </a:cubicBezTo>
                  <a:lnTo>
                    <a:pt x="802562" y="414555"/>
                  </a:lnTo>
                  <a:cubicBezTo>
                    <a:pt x="802562" y="423314"/>
                    <a:pt x="799083" y="431715"/>
                    <a:pt x="792889" y="437909"/>
                  </a:cubicBezTo>
                  <a:cubicBezTo>
                    <a:pt x="786695" y="444103"/>
                    <a:pt x="778294" y="447583"/>
                    <a:pt x="769534" y="447583"/>
                  </a:cubicBezTo>
                  <a:lnTo>
                    <a:pt x="33028" y="447583"/>
                  </a:lnTo>
                  <a:cubicBezTo>
                    <a:pt x="24269" y="447583"/>
                    <a:pt x="15868" y="444103"/>
                    <a:pt x="9674" y="437909"/>
                  </a:cubicBezTo>
                  <a:cubicBezTo>
                    <a:pt x="3480" y="431715"/>
                    <a:pt x="0" y="423314"/>
                    <a:pt x="0" y="414555"/>
                  </a:cubicBezTo>
                  <a:lnTo>
                    <a:pt x="0" y="33028"/>
                  </a:lnTo>
                  <a:cubicBezTo>
                    <a:pt x="0" y="24269"/>
                    <a:pt x="3480" y="15868"/>
                    <a:pt x="9674" y="9674"/>
                  </a:cubicBezTo>
                  <a:cubicBezTo>
                    <a:pt x="15868" y="3480"/>
                    <a:pt x="24269" y="0"/>
                    <a:pt x="33028"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1" id="21"/>
            <p:cNvSpPr txBox="true"/>
            <p:nvPr/>
          </p:nvSpPr>
          <p:spPr>
            <a:xfrm>
              <a:off x="0" y="-47625"/>
              <a:ext cx="802562" cy="495208"/>
            </a:xfrm>
            <a:prstGeom prst="rect">
              <a:avLst/>
            </a:prstGeom>
          </p:spPr>
          <p:txBody>
            <a:bodyPr anchor="ctr" rtlCol="false" tIns="50800" lIns="50800" bIns="50800" rIns="50800"/>
            <a:lstStyle/>
            <a:p>
              <a:pPr algn="ctr">
                <a:lnSpc>
                  <a:spcPts val="2800"/>
                </a:lnSpc>
              </a:pPr>
            </a:p>
          </p:txBody>
        </p:sp>
      </p:grpSp>
      <p:grpSp>
        <p:nvGrpSpPr>
          <p:cNvPr name="!!S6_Shp22" id="155"/>
          <p:cNvGrpSpPr/>
          <p:nvPr/>
        </p:nvGrpSpPr>
        <p:grpSpPr>
          <a:xfrm rot="0">
            <a:off x="22280196" y="2473615"/>
            <a:ext cx="1252133" cy="302159"/>
            <a:chOff x="0" y="0"/>
            <a:chExt cx="329780" cy="79581"/>
          </a:xfrm>
        </p:grpSpPr>
        <p:sp>
          <p:nvSpPr>
            <p:cNvPr name="Freeform 23" id="23"/>
            <p:cNvSpPr/>
            <p:nvPr/>
          </p:nvSpPr>
          <p:spPr>
            <a:xfrm flipH="false" flipV="false" rot="0">
              <a:off x="0" y="0"/>
              <a:ext cx="329780" cy="79581"/>
            </a:xfrm>
            <a:custGeom>
              <a:avLst/>
              <a:gdLst/>
              <a:ahLst/>
              <a:cxnLst/>
              <a:rect r="r" b="b" t="t" l="l"/>
              <a:pathLst>
                <a:path h="79581" w="329780">
                  <a:moveTo>
                    <a:pt x="39791" y="0"/>
                  </a:moveTo>
                  <a:lnTo>
                    <a:pt x="289989" y="0"/>
                  </a:lnTo>
                  <a:cubicBezTo>
                    <a:pt x="311965" y="0"/>
                    <a:pt x="329780" y="17815"/>
                    <a:pt x="329780" y="39791"/>
                  </a:cubicBezTo>
                  <a:lnTo>
                    <a:pt x="329780" y="39791"/>
                  </a:lnTo>
                  <a:cubicBezTo>
                    <a:pt x="329780" y="50344"/>
                    <a:pt x="325588" y="60465"/>
                    <a:pt x="318125" y="67927"/>
                  </a:cubicBezTo>
                  <a:cubicBezTo>
                    <a:pt x="310663" y="75389"/>
                    <a:pt x="300542" y="79581"/>
                    <a:pt x="289989" y="79581"/>
                  </a:cubicBezTo>
                  <a:lnTo>
                    <a:pt x="39791" y="79581"/>
                  </a:lnTo>
                  <a:cubicBezTo>
                    <a:pt x="29237" y="79581"/>
                    <a:pt x="19117" y="75389"/>
                    <a:pt x="11654" y="67927"/>
                  </a:cubicBezTo>
                  <a:cubicBezTo>
                    <a:pt x="4192" y="60465"/>
                    <a:pt x="0" y="50344"/>
                    <a:pt x="0" y="39791"/>
                  </a:cubicBezTo>
                  <a:lnTo>
                    <a:pt x="0" y="39791"/>
                  </a:lnTo>
                  <a:cubicBezTo>
                    <a:pt x="0" y="29237"/>
                    <a:pt x="4192" y="19117"/>
                    <a:pt x="11654" y="11654"/>
                  </a:cubicBezTo>
                  <a:cubicBezTo>
                    <a:pt x="19117" y="4192"/>
                    <a:pt x="29237" y="0"/>
                    <a:pt x="39791" y="0"/>
                  </a:cubicBezTo>
                  <a:close/>
                </a:path>
              </a:pathLst>
            </a:custGeom>
            <a:gradFill rotWithShape="true">
              <a:gsLst>
                <a:gs pos="0">
                  <a:srgbClr val="19621D">
                    <a:alpha val="100000"/>
                  </a:srgbClr>
                </a:gs>
                <a:gs pos="100000">
                  <a:srgbClr val="0A3931">
                    <a:alpha val="100000"/>
                  </a:srgbClr>
                </a:gs>
              </a:gsLst>
              <a:lin ang="2700000"/>
            </a:gradFill>
          </p:spPr>
        </p:sp>
        <p:sp>
          <p:nvSpPr>
            <p:cNvPr name="TextBox 24" id="24"/>
            <p:cNvSpPr txBox="true"/>
            <p:nvPr/>
          </p:nvSpPr>
          <p:spPr>
            <a:xfrm>
              <a:off x="0" y="-47625"/>
              <a:ext cx="329780" cy="127206"/>
            </a:xfrm>
            <a:prstGeom prst="rect">
              <a:avLst/>
            </a:prstGeom>
          </p:spPr>
          <p:txBody>
            <a:bodyPr anchor="ctr" rtlCol="false" tIns="50800" lIns="50800" bIns="50800" rIns="50800"/>
            <a:lstStyle/>
            <a:p>
              <a:pPr algn="ctr">
                <a:lnSpc>
                  <a:spcPts val="2800"/>
                </a:lnSpc>
              </a:pPr>
            </a:p>
          </p:txBody>
        </p:sp>
      </p:grpSp>
      <p:grpSp>
        <p:nvGrpSpPr>
          <p:cNvPr name="!!S6_Shp25" id="156"/>
          <p:cNvGrpSpPr/>
          <p:nvPr/>
        </p:nvGrpSpPr>
        <p:grpSpPr>
          <a:xfrm rot="0">
            <a:off x="22162073" y="2485069"/>
            <a:ext cx="1252133" cy="302159"/>
            <a:chOff x="0" y="0"/>
            <a:chExt cx="329780" cy="79581"/>
          </a:xfrm>
        </p:grpSpPr>
        <p:sp>
          <p:nvSpPr>
            <p:cNvPr name="Freeform 26" id="26"/>
            <p:cNvSpPr/>
            <p:nvPr/>
          </p:nvSpPr>
          <p:spPr>
            <a:xfrm flipH="false" flipV="false" rot="0">
              <a:off x="0" y="0"/>
              <a:ext cx="329780" cy="79581"/>
            </a:xfrm>
            <a:custGeom>
              <a:avLst/>
              <a:gdLst/>
              <a:ahLst/>
              <a:cxnLst/>
              <a:rect r="r" b="b" t="t" l="l"/>
              <a:pathLst>
                <a:path h="79581" w="329780">
                  <a:moveTo>
                    <a:pt x="39791" y="0"/>
                  </a:moveTo>
                  <a:lnTo>
                    <a:pt x="289989" y="0"/>
                  </a:lnTo>
                  <a:cubicBezTo>
                    <a:pt x="311965" y="0"/>
                    <a:pt x="329780" y="17815"/>
                    <a:pt x="329780" y="39791"/>
                  </a:cubicBezTo>
                  <a:lnTo>
                    <a:pt x="329780" y="39791"/>
                  </a:lnTo>
                  <a:cubicBezTo>
                    <a:pt x="329780" y="50344"/>
                    <a:pt x="325588" y="60465"/>
                    <a:pt x="318125" y="67927"/>
                  </a:cubicBezTo>
                  <a:cubicBezTo>
                    <a:pt x="310663" y="75389"/>
                    <a:pt x="300542" y="79581"/>
                    <a:pt x="289989" y="79581"/>
                  </a:cubicBezTo>
                  <a:lnTo>
                    <a:pt x="39791" y="79581"/>
                  </a:lnTo>
                  <a:cubicBezTo>
                    <a:pt x="29237" y="79581"/>
                    <a:pt x="19117" y="75389"/>
                    <a:pt x="11654" y="67927"/>
                  </a:cubicBezTo>
                  <a:cubicBezTo>
                    <a:pt x="4192" y="60465"/>
                    <a:pt x="0" y="50344"/>
                    <a:pt x="0" y="39791"/>
                  </a:cubicBezTo>
                  <a:lnTo>
                    <a:pt x="0" y="39791"/>
                  </a:lnTo>
                  <a:cubicBezTo>
                    <a:pt x="0" y="29237"/>
                    <a:pt x="4192" y="19117"/>
                    <a:pt x="11654" y="11654"/>
                  </a:cubicBezTo>
                  <a:cubicBezTo>
                    <a:pt x="19117" y="4192"/>
                    <a:pt x="29237" y="0"/>
                    <a:pt x="39791" y="0"/>
                  </a:cubicBezTo>
                  <a:close/>
                </a:path>
              </a:pathLst>
            </a:custGeom>
            <a:gradFill rotWithShape="true">
              <a:gsLst>
                <a:gs pos="0">
                  <a:srgbClr val="19621D">
                    <a:alpha val="100000"/>
                  </a:srgbClr>
                </a:gs>
                <a:gs pos="100000">
                  <a:srgbClr val="0A3931">
                    <a:alpha val="100000"/>
                  </a:srgbClr>
                </a:gs>
              </a:gsLst>
              <a:lin ang="2700000"/>
            </a:gradFill>
          </p:spPr>
        </p:sp>
        <p:sp>
          <p:nvSpPr>
            <p:cNvPr name="TextBox 27" id="27"/>
            <p:cNvSpPr txBox="true"/>
            <p:nvPr/>
          </p:nvSpPr>
          <p:spPr>
            <a:xfrm>
              <a:off x="0" y="-47625"/>
              <a:ext cx="329780" cy="127206"/>
            </a:xfrm>
            <a:prstGeom prst="rect">
              <a:avLst/>
            </a:prstGeom>
          </p:spPr>
          <p:txBody>
            <a:bodyPr anchor="ctr" rtlCol="false" tIns="50800" lIns="50800" bIns="50800" rIns="50800"/>
            <a:lstStyle/>
            <a:p>
              <a:pPr algn="ctr">
                <a:lnSpc>
                  <a:spcPts val="2800"/>
                </a:lnSpc>
              </a:pPr>
            </a:p>
          </p:txBody>
        </p:sp>
      </p:grpSp>
      <p:grpSp>
        <p:nvGrpSpPr>
          <p:cNvPr name="!!S6_Shp28" id="157"/>
          <p:cNvGrpSpPr/>
          <p:nvPr/>
        </p:nvGrpSpPr>
        <p:grpSpPr>
          <a:xfrm rot="0">
            <a:off x="21717875" y="2496524"/>
            <a:ext cx="1252133" cy="290705"/>
            <a:chOff x="0" y="0"/>
            <a:chExt cx="329780" cy="76564"/>
          </a:xfrm>
        </p:grpSpPr>
        <p:sp>
          <p:nvSpPr>
            <p:cNvPr name="Freeform 29" id="29"/>
            <p:cNvSpPr/>
            <p:nvPr/>
          </p:nvSpPr>
          <p:spPr>
            <a:xfrm flipH="false" flipV="false" rot="0">
              <a:off x="0" y="0"/>
              <a:ext cx="329780" cy="76564"/>
            </a:xfrm>
            <a:custGeom>
              <a:avLst/>
              <a:gdLst/>
              <a:ahLst/>
              <a:cxnLst/>
              <a:rect r="r" b="b" t="t" l="l"/>
              <a:pathLst>
                <a:path h="76564" w="329780">
                  <a:moveTo>
                    <a:pt x="38282" y="0"/>
                  </a:moveTo>
                  <a:lnTo>
                    <a:pt x="291498" y="0"/>
                  </a:lnTo>
                  <a:cubicBezTo>
                    <a:pt x="312640" y="0"/>
                    <a:pt x="329780" y="17139"/>
                    <a:pt x="329780" y="38282"/>
                  </a:cubicBezTo>
                  <a:lnTo>
                    <a:pt x="329780" y="38282"/>
                  </a:lnTo>
                  <a:cubicBezTo>
                    <a:pt x="329780" y="59425"/>
                    <a:pt x="312640" y="76564"/>
                    <a:pt x="291498" y="76564"/>
                  </a:cubicBezTo>
                  <a:lnTo>
                    <a:pt x="38282" y="76564"/>
                  </a:lnTo>
                  <a:cubicBezTo>
                    <a:pt x="17139" y="76564"/>
                    <a:pt x="0" y="59425"/>
                    <a:pt x="0" y="38282"/>
                  </a:cubicBezTo>
                  <a:lnTo>
                    <a:pt x="0" y="38282"/>
                  </a:lnTo>
                  <a:cubicBezTo>
                    <a:pt x="0" y="17139"/>
                    <a:pt x="17139" y="0"/>
                    <a:pt x="38282"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0" id="30"/>
            <p:cNvSpPr txBox="true"/>
            <p:nvPr/>
          </p:nvSpPr>
          <p:spPr>
            <a:xfrm>
              <a:off x="0" y="-47625"/>
              <a:ext cx="329780" cy="124189"/>
            </a:xfrm>
            <a:prstGeom prst="rect">
              <a:avLst/>
            </a:prstGeom>
          </p:spPr>
          <p:txBody>
            <a:bodyPr anchor="ctr" rtlCol="false" tIns="50800" lIns="50800" bIns="50800" rIns="50800"/>
            <a:lstStyle/>
            <a:p>
              <a:pPr algn="ctr">
                <a:lnSpc>
                  <a:spcPts val="2800"/>
                </a:lnSpc>
              </a:pPr>
            </a:p>
          </p:txBody>
        </p:sp>
      </p:grpSp>
      <p:grpSp>
        <p:nvGrpSpPr>
          <p:cNvPr name="!!S6_Shp31" id="158"/>
          <p:cNvGrpSpPr/>
          <p:nvPr/>
        </p:nvGrpSpPr>
        <p:grpSpPr>
          <a:xfrm rot="0">
            <a:off x="21840320" y="2473615"/>
            <a:ext cx="1252133" cy="290705"/>
            <a:chOff x="0" y="0"/>
            <a:chExt cx="329780" cy="76564"/>
          </a:xfrm>
        </p:grpSpPr>
        <p:sp>
          <p:nvSpPr>
            <p:cNvPr name="Freeform 32" id="32"/>
            <p:cNvSpPr/>
            <p:nvPr/>
          </p:nvSpPr>
          <p:spPr>
            <a:xfrm flipH="false" flipV="false" rot="0">
              <a:off x="0" y="0"/>
              <a:ext cx="329780" cy="76564"/>
            </a:xfrm>
            <a:custGeom>
              <a:avLst/>
              <a:gdLst/>
              <a:ahLst/>
              <a:cxnLst/>
              <a:rect r="r" b="b" t="t" l="l"/>
              <a:pathLst>
                <a:path h="76564" w="329780">
                  <a:moveTo>
                    <a:pt x="38282" y="0"/>
                  </a:moveTo>
                  <a:lnTo>
                    <a:pt x="291498" y="0"/>
                  </a:lnTo>
                  <a:cubicBezTo>
                    <a:pt x="312640" y="0"/>
                    <a:pt x="329780" y="17139"/>
                    <a:pt x="329780" y="38282"/>
                  </a:cubicBezTo>
                  <a:lnTo>
                    <a:pt x="329780" y="38282"/>
                  </a:lnTo>
                  <a:cubicBezTo>
                    <a:pt x="329780" y="59425"/>
                    <a:pt x="312640" y="76564"/>
                    <a:pt x="291498" y="76564"/>
                  </a:cubicBezTo>
                  <a:lnTo>
                    <a:pt x="38282" y="76564"/>
                  </a:lnTo>
                  <a:cubicBezTo>
                    <a:pt x="17139" y="76564"/>
                    <a:pt x="0" y="59425"/>
                    <a:pt x="0" y="38282"/>
                  </a:cubicBezTo>
                  <a:lnTo>
                    <a:pt x="0" y="38282"/>
                  </a:lnTo>
                  <a:cubicBezTo>
                    <a:pt x="0" y="17139"/>
                    <a:pt x="17139" y="0"/>
                    <a:pt x="38282"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3" id="33"/>
            <p:cNvSpPr txBox="true"/>
            <p:nvPr/>
          </p:nvSpPr>
          <p:spPr>
            <a:xfrm>
              <a:off x="0" y="-47625"/>
              <a:ext cx="329780" cy="124189"/>
            </a:xfrm>
            <a:prstGeom prst="rect">
              <a:avLst/>
            </a:prstGeom>
          </p:spPr>
          <p:txBody>
            <a:bodyPr anchor="ctr" rtlCol="false" tIns="50800" lIns="50800" bIns="50800" rIns="50800"/>
            <a:lstStyle/>
            <a:p>
              <a:pPr algn="ctr">
                <a:lnSpc>
                  <a:spcPts val="2800"/>
                </a:lnSpc>
              </a:pPr>
            </a:p>
          </p:txBody>
        </p:sp>
      </p:grpSp>
      <p:sp>
        <p:nvSpPr>
          <p:cNvPr name="!!S6_Shp34" id="159"/>
          <p:cNvSpPr/>
          <p:nvPr/>
        </p:nvSpPr>
        <p:spPr>
          <a:xfrm flipH="false" flipV="false" rot="-5400000">
            <a:off x="21732644" y="319280"/>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6_Shp35" id="160"/>
          <p:cNvSpPr/>
          <p:nvPr/>
        </p:nvSpPr>
        <p:spPr>
          <a:xfrm flipH="false" flipV="false" rot="-5400000">
            <a:off x="13075044" y="13495927"/>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6_Shp36" id="161"/>
          <p:cNvSpPr/>
          <p:nvPr/>
        </p:nvSpPr>
        <p:spPr>
          <a:xfrm flipH="false" flipV="false" rot="-5400000">
            <a:off x="13075044" y="12885574"/>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6_Shp37" id="162"/>
          <p:cNvSpPr/>
          <p:nvPr/>
        </p:nvSpPr>
        <p:spPr>
          <a:xfrm flipH="false" flipV="false" rot="0">
            <a:off x="27481618" y="12852156"/>
            <a:ext cx="3724613" cy="1212192"/>
          </a:xfrm>
          <a:custGeom>
            <a:avLst/>
            <a:gdLst/>
            <a:ahLst/>
            <a:cxnLst/>
            <a:rect r="r" b="b" t="t" l="l"/>
            <a:pathLst>
              <a:path h="1212192" w="3724613">
                <a:moveTo>
                  <a:pt x="0" y="0"/>
                </a:moveTo>
                <a:lnTo>
                  <a:pt x="3724613" y="0"/>
                </a:lnTo>
                <a:lnTo>
                  <a:pt x="3724613" y="1212192"/>
                </a:lnTo>
                <a:lnTo>
                  <a:pt x="0" y="12121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6_Shp38" id="163"/>
          <p:cNvSpPr/>
          <p:nvPr/>
        </p:nvSpPr>
        <p:spPr>
          <a:xfrm flipH="true" flipV="false" rot="0">
            <a:off x="30522762" y="12811505"/>
            <a:ext cx="1366938" cy="1366938"/>
          </a:xfrm>
          <a:custGeom>
            <a:avLst/>
            <a:gdLst/>
            <a:ahLst/>
            <a:cxnLst/>
            <a:rect r="r" b="b" t="t" l="l"/>
            <a:pathLst>
              <a:path h="1366938" w="1366938">
                <a:moveTo>
                  <a:pt x="1366938" y="0"/>
                </a:moveTo>
                <a:lnTo>
                  <a:pt x="0" y="0"/>
                </a:lnTo>
                <a:lnTo>
                  <a:pt x="0" y="1366938"/>
                </a:lnTo>
                <a:lnTo>
                  <a:pt x="1366938" y="1366938"/>
                </a:lnTo>
                <a:lnTo>
                  <a:pt x="1366938"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6_Shp39" id="164"/>
          <p:cNvSpPr txBox="true"/>
          <p:nvPr/>
        </p:nvSpPr>
        <p:spPr>
          <a:xfrm rot="0">
            <a:off x="17285172" y="12923256"/>
            <a:ext cx="4621871"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SAYA</a:t>
            </a:r>
          </a:p>
        </p:txBody>
      </p:sp>
      <p:sp>
        <p:nvSpPr>
          <p:cNvPr name="!!S6_Shp42" id="165"/>
          <p:cNvSpPr txBox="true"/>
          <p:nvPr/>
        </p:nvSpPr>
        <p:spPr>
          <a:xfrm rot="0">
            <a:off x="17285172" y="13731594"/>
            <a:ext cx="8730108"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SERTIFIKASI</a:t>
            </a:r>
          </a:p>
        </p:txBody>
      </p:sp>
      <p:sp>
        <p:nvSpPr>
          <p:cNvPr name="!!S6_Shp43" id="166"/>
          <p:cNvSpPr txBox="true"/>
          <p:nvPr/>
        </p:nvSpPr>
        <p:spPr>
          <a:xfrm rot="0">
            <a:off x="21425995" y="3180645"/>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Pemasaran Media Sosial</a:t>
            </a:r>
          </a:p>
        </p:txBody>
      </p:sp>
      <p:sp>
        <p:nvSpPr>
          <p:cNvPr name="!!S6_Shp44" id="167"/>
          <p:cNvSpPr txBox="true"/>
          <p:nvPr/>
        </p:nvSpPr>
        <p:spPr>
          <a:xfrm rot="0">
            <a:off x="21870546" y="3180645"/>
            <a:ext cx="2072951" cy="727075"/>
          </a:xfrm>
          <a:prstGeom prst="rect">
            <a:avLst/>
          </a:prstGeom>
        </p:spPr>
        <p:txBody>
          <a:bodyPr anchor="t" rtlCol="false" tIns="0" lIns="0" bIns="0" rIns="0">
            <a:spAutoFit/>
          </a:bodyPr>
          <a:lstStyle/>
          <a:p>
            <a:pPr algn="ctr">
              <a:lnSpc>
                <a:spcPts val="2899"/>
              </a:lnSpc>
            </a:pPr>
            <a:r>
              <a:rPr lang="en-US" b="true" sz="2499">
                <a:solidFill>
                  <a:srgbClr val="000000"/>
                </a:solidFill>
                <a:latin typeface="Fira Sans Bold"/>
                <a:ea typeface="Fira Sans Bold"/>
                <a:cs typeface="Fira Sans Bold"/>
                <a:sym typeface="Fira Sans Bold"/>
              </a:rPr>
              <a:t>Strategi Konten Digital</a:t>
            </a:r>
          </a:p>
        </p:txBody>
      </p:sp>
      <p:sp>
        <p:nvSpPr>
          <p:cNvPr name="!!S6_Shp45" id="168"/>
          <p:cNvSpPr txBox="true"/>
          <p:nvPr/>
        </p:nvSpPr>
        <p:spPr>
          <a:xfrm rot="0">
            <a:off x="21308300" y="3180645"/>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Komunikasi Digital</a:t>
            </a:r>
          </a:p>
        </p:txBody>
      </p:sp>
      <p:sp>
        <p:nvSpPr>
          <p:cNvPr name="!!S6_Shp46" id="169"/>
          <p:cNvSpPr txBox="true"/>
          <p:nvPr/>
        </p:nvSpPr>
        <p:spPr>
          <a:xfrm rot="0">
            <a:off x="21634834" y="3180645"/>
            <a:ext cx="2306610" cy="727075"/>
          </a:xfrm>
          <a:prstGeom prst="rect">
            <a:avLst/>
          </a:prstGeom>
        </p:spPr>
        <p:txBody>
          <a:bodyPr anchor="t" rtlCol="false" tIns="0" lIns="0" bIns="0" rIns="0">
            <a:spAutoFit/>
          </a:bodyPr>
          <a:lstStyle/>
          <a:p>
            <a:pPr algn="ctr">
              <a:lnSpc>
                <a:spcPts val="2899"/>
              </a:lnSpc>
            </a:pPr>
            <a:r>
              <a:rPr lang="en-US" sz="2499" b="true">
                <a:solidFill>
                  <a:srgbClr val="000000"/>
                </a:solidFill>
                <a:latin typeface="Fira Sans Bold"/>
                <a:ea typeface="Fira Sans Bold"/>
                <a:cs typeface="Fira Sans Bold"/>
                <a:sym typeface="Fira Sans Bold"/>
              </a:rPr>
              <a:t>P</a:t>
            </a:r>
            <a:r>
              <a:rPr lang="en-US" b="true" sz="2499">
                <a:solidFill>
                  <a:srgbClr val="000000"/>
                </a:solidFill>
                <a:latin typeface="Fira Sans Bold"/>
                <a:ea typeface="Fira Sans Bold"/>
                <a:cs typeface="Fira Sans Bold"/>
                <a:sym typeface="Fira Sans Bold"/>
              </a:rPr>
              <a:t>roduksi Konten Kreatif</a:t>
            </a:r>
          </a:p>
        </p:txBody>
      </p:sp>
      <p:sp>
        <p:nvSpPr>
          <p:cNvPr name="!!S6_Shp47" id="170"/>
          <p:cNvSpPr txBox="true"/>
          <p:nvPr/>
        </p:nvSpPr>
        <p:spPr>
          <a:xfrm rot="0">
            <a:off x="17352185" y="13256128"/>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
        <p:nvSpPr>
          <p:cNvPr name="!!S6_Shp48" id="171"/>
          <p:cNvSpPr txBox="true"/>
          <p:nvPr/>
        </p:nvSpPr>
        <p:spPr>
          <a:xfrm rot="0">
            <a:off x="20794185" y="13256128"/>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
        <p:nvSpPr>
          <p:cNvPr name="!!S6_Shp49" id="172"/>
          <p:cNvSpPr txBox="true"/>
          <p:nvPr/>
        </p:nvSpPr>
        <p:spPr>
          <a:xfrm rot="0">
            <a:off x="24231938" y="13258991"/>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
        <p:nvSpPr>
          <p:cNvPr name="!!S6_Shp50" id="173"/>
          <p:cNvSpPr txBox="true"/>
          <p:nvPr/>
        </p:nvSpPr>
        <p:spPr>
          <a:xfrm rot="0">
            <a:off x="27669692" y="13261855"/>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grpSp>
        <p:nvGrpSpPr>
          <p:cNvPr name="!!S4_Shp7" id="174"/>
          <p:cNvGrpSpPr/>
          <p:nvPr/>
        </p:nvGrpSpPr>
        <p:grpSpPr>
          <a:xfrm rot="0">
            <a:off x="-7835329" y="-13467795"/>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4_Shp10" id="175"/>
          <p:cNvGrpSpPr/>
          <p:nvPr/>
        </p:nvGrpSpPr>
        <p:grpSpPr>
          <a:xfrm rot="0">
            <a:off x="-7075535" y="8153525"/>
            <a:ext cx="3047229" cy="339863"/>
            <a:chOff x="0" y="0"/>
            <a:chExt cx="802562" cy="89511"/>
          </a:xfrm>
        </p:grpSpPr>
        <p:sp>
          <p:nvSpPr>
            <p:cNvPr name="Freeform 11" id="11"/>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12" id="12"/>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13" id="176"/>
          <p:cNvGrpSpPr/>
          <p:nvPr/>
        </p:nvGrpSpPr>
        <p:grpSpPr>
          <a:xfrm rot="0">
            <a:off x="-8270076" y="6433866"/>
            <a:ext cx="3436312" cy="1889591"/>
            <a:chOff x="0" y="0"/>
            <a:chExt cx="905037" cy="497670"/>
          </a:xfrm>
        </p:grpSpPr>
        <p:sp>
          <p:nvSpPr>
            <p:cNvPr name="Freeform 14" id="14"/>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5" id="15"/>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16" id="177"/>
          <p:cNvGrpSpPr/>
          <p:nvPr/>
        </p:nvGrpSpPr>
        <p:grpSpPr>
          <a:xfrm rot="0">
            <a:off x="-7075535" y="5269014"/>
            <a:ext cx="3047229" cy="1079127"/>
            <a:chOff x="0" y="0"/>
            <a:chExt cx="802562" cy="284215"/>
          </a:xfrm>
        </p:grpSpPr>
        <p:sp>
          <p:nvSpPr>
            <p:cNvPr name="Freeform 17" id="17"/>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18" id="18"/>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grpSp>
        <p:nvGrpSpPr>
          <p:cNvPr name="!!S4_Shp19" id="178"/>
          <p:cNvGrpSpPr/>
          <p:nvPr/>
        </p:nvGrpSpPr>
        <p:grpSpPr>
          <a:xfrm rot="0">
            <a:off x="-7731319" y="8153525"/>
            <a:ext cx="3047229" cy="339863"/>
            <a:chOff x="0" y="0"/>
            <a:chExt cx="802562" cy="89511"/>
          </a:xfrm>
        </p:grpSpPr>
        <p:sp>
          <p:nvSpPr>
            <p:cNvPr name="Freeform 20" id="20"/>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21" id="21"/>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22" id="179"/>
          <p:cNvGrpSpPr/>
          <p:nvPr/>
        </p:nvGrpSpPr>
        <p:grpSpPr>
          <a:xfrm rot="0">
            <a:off x="-7925860" y="6433866"/>
            <a:ext cx="3436312" cy="1889591"/>
            <a:chOff x="0" y="0"/>
            <a:chExt cx="905037" cy="497670"/>
          </a:xfrm>
        </p:grpSpPr>
        <p:sp>
          <p:nvSpPr>
            <p:cNvPr name="Freeform 23" id="23"/>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4" id="24"/>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25" id="180"/>
          <p:cNvGrpSpPr/>
          <p:nvPr/>
        </p:nvGrpSpPr>
        <p:grpSpPr>
          <a:xfrm rot="0">
            <a:off x="-7731319" y="5269014"/>
            <a:ext cx="3047229" cy="1079127"/>
            <a:chOff x="0" y="0"/>
            <a:chExt cx="802562" cy="284215"/>
          </a:xfrm>
        </p:grpSpPr>
        <p:sp>
          <p:nvSpPr>
            <p:cNvPr name="Freeform 26" id="26"/>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27" id="27"/>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grpSp>
        <p:nvGrpSpPr>
          <p:cNvPr name="!!S4_Shp28" id="181"/>
          <p:cNvGrpSpPr/>
          <p:nvPr/>
        </p:nvGrpSpPr>
        <p:grpSpPr>
          <a:xfrm rot="0">
            <a:off x="-7387103" y="8153525"/>
            <a:ext cx="3047229" cy="339863"/>
            <a:chOff x="0" y="0"/>
            <a:chExt cx="802562" cy="89511"/>
          </a:xfrm>
        </p:grpSpPr>
        <p:sp>
          <p:nvSpPr>
            <p:cNvPr name="Freeform 29" id="29"/>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30" id="30"/>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31" id="182"/>
          <p:cNvGrpSpPr/>
          <p:nvPr/>
        </p:nvGrpSpPr>
        <p:grpSpPr>
          <a:xfrm rot="0">
            <a:off x="-7581644" y="6433866"/>
            <a:ext cx="3436312" cy="1889591"/>
            <a:chOff x="0" y="0"/>
            <a:chExt cx="905037" cy="497670"/>
          </a:xfrm>
        </p:grpSpPr>
        <p:sp>
          <p:nvSpPr>
            <p:cNvPr name="Freeform 32" id="32"/>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3" id="33"/>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34" id="183"/>
          <p:cNvGrpSpPr/>
          <p:nvPr/>
        </p:nvGrpSpPr>
        <p:grpSpPr>
          <a:xfrm rot="0">
            <a:off x="-7387103" y="5269014"/>
            <a:ext cx="3047229" cy="1079127"/>
            <a:chOff x="0" y="0"/>
            <a:chExt cx="802562" cy="284215"/>
          </a:xfrm>
        </p:grpSpPr>
        <p:sp>
          <p:nvSpPr>
            <p:cNvPr name="Freeform 35" id="35"/>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36" id="36"/>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grpSp>
        <p:nvGrpSpPr>
          <p:cNvPr name="!!S4_Shp37" id="184"/>
          <p:cNvGrpSpPr/>
          <p:nvPr/>
        </p:nvGrpSpPr>
        <p:grpSpPr>
          <a:xfrm rot="0">
            <a:off x="-8042887" y="8153525"/>
            <a:ext cx="3047229" cy="339863"/>
            <a:chOff x="0" y="0"/>
            <a:chExt cx="802562" cy="89511"/>
          </a:xfrm>
        </p:grpSpPr>
        <p:sp>
          <p:nvSpPr>
            <p:cNvPr name="Freeform 38" id="38"/>
            <p:cNvSpPr/>
            <p:nvPr/>
          </p:nvSpPr>
          <p:spPr>
            <a:xfrm flipH="false" flipV="false" rot="0">
              <a:off x="0" y="0"/>
              <a:ext cx="802562" cy="89511"/>
            </a:xfrm>
            <a:custGeom>
              <a:avLst/>
              <a:gdLst/>
              <a:ahLst/>
              <a:cxnLst/>
              <a:rect r="r" b="b" t="t" l="l"/>
              <a:pathLst>
                <a:path h="89511" w="802562">
                  <a:moveTo>
                    <a:pt x="33028" y="0"/>
                  </a:moveTo>
                  <a:lnTo>
                    <a:pt x="769534" y="0"/>
                  </a:lnTo>
                  <a:cubicBezTo>
                    <a:pt x="778294" y="0"/>
                    <a:pt x="786695" y="3480"/>
                    <a:pt x="792889" y="9674"/>
                  </a:cubicBezTo>
                  <a:cubicBezTo>
                    <a:pt x="799083" y="15868"/>
                    <a:pt x="802562" y="24269"/>
                    <a:pt x="802562" y="33028"/>
                  </a:cubicBezTo>
                  <a:lnTo>
                    <a:pt x="802562" y="56483"/>
                  </a:lnTo>
                  <a:cubicBezTo>
                    <a:pt x="802562" y="74724"/>
                    <a:pt x="787775" y="89511"/>
                    <a:pt x="769534" y="89511"/>
                  </a:cubicBezTo>
                  <a:lnTo>
                    <a:pt x="33028" y="89511"/>
                  </a:lnTo>
                  <a:cubicBezTo>
                    <a:pt x="24269" y="89511"/>
                    <a:pt x="15868" y="86031"/>
                    <a:pt x="9674" y="79837"/>
                  </a:cubicBezTo>
                  <a:cubicBezTo>
                    <a:pt x="3480" y="73643"/>
                    <a:pt x="0" y="65243"/>
                    <a:pt x="0" y="56483"/>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a:ln w="38100" cap="sq">
              <a:gradFill>
                <a:gsLst>
                  <a:gs pos="0">
                    <a:srgbClr val="19621D">
                      <a:alpha val="100000"/>
                    </a:srgbClr>
                  </a:gs>
                  <a:gs pos="100000">
                    <a:srgbClr val="0A3931">
                      <a:alpha val="100000"/>
                    </a:srgbClr>
                  </a:gs>
                </a:gsLst>
                <a:lin ang="2700000"/>
              </a:gradFill>
              <a:prstDash val="solid"/>
              <a:miter/>
            </a:ln>
          </p:spPr>
        </p:sp>
        <p:sp>
          <p:nvSpPr>
            <p:cNvPr name="TextBox 39" id="39"/>
            <p:cNvSpPr txBox="true"/>
            <p:nvPr/>
          </p:nvSpPr>
          <p:spPr>
            <a:xfrm>
              <a:off x="0" y="-47625"/>
              <a:ext cx="802562" cy="137136"/>
            </a:xfrm>
            <a:prstGeom prst="rect">
              <a:avLst/>
            </a:prstGeom>
          </p:spPr>
          <p:txBody>
            <a:bodyPr anchor="ctr" rtlCol="false" tIns="50800" lIns="50800" bIns="50800" rIns="50800"/>
            <a:lstStyle/>
            <a:p>
              <a:pPr algn="ctr">
                <a:lnSpc>
                  <a:spcPts val="2800"/>
                </a:lnSpc>
              </a:pPr>
            </a:p>
          </p:txBody>
        </p:sp>
      </p:grpSp>
      <p:grpSp>
        <p:nvGrpSpPr>
          <p:cNvPr name="!!S4_Shp40" id="185"/>
          <p:cNvGrpSpPr/>
          <p:nvPr/>
        </p:nvGrpSpPr>
        <p:grpSpPr>
          <a:xfrm rot="0">
            <a:off x="-8237428" y="6433866"/>
            <a:ext cx="3436312" cy="1889591"/>
            <a:chOff x="0" y="0"/>
            <a:chExt cx="905037" cy="497670"/>
          </a:xfrm>
        </p:grpSpPr>
        <p:sp>
          <p:nvSpPr>
            <p:cNvPr name="Freeform 41" id="41"/>
            <p:cNvSpPr/>
            <p:nvPr/>
          </p:nvSpPr>
          <p:spPr>
            <a:xfrm flipH="false" flipV="false" rot="0">
              <a:off x="0" y="0"/>
              <a:ext cx="905037" cy="497670"/>
            </a:xfrm>
            <a:custGeom>
              <a:avLst/>
              <a:gdLst/>
              <a:ahLst/>
              <a:cxnLst/>
              <a:rect r="r" b="b" t="t" l="l"/>
              <a:pathLst>
                <a:path h="497670" w="905037">
                  <a:moveTo>
                    <a:pt x="29289" y="0"/>
                  </a:moveTo>
                  <a:lnTo>
                    <a:pt x="875748" y="0"/>
                  </a:lnTo>
                  <a:cubicBezTo>
                    <a:pt x="891924" y="0"/>
                    <a:pt x="905037" y="13113"/>
                    <a:pt x="905037" y="29289"/>
                  </a:cubicBezTo>
                  <a:lnTo>
                    <a:pt x="905037" y="468381"/>
                  </a:lnTo>
                  <a:cubicBezTo>
                    <a:pt x="905037" y="484557"/>
                    <a:pt x="891924" y="497670"/>
                    <a:pt x="875748" y="497670"/>
                  </a:cubicBezTo>
                  <a:lnTo>
                    <a:pt x="29289" y="497670"/>
                  </a:lnTo>
                  <a:cubicBezTo>
                    <a:pt x="13113" y="497670"/>
                    <a:pt x="0" y="484557"/>
                    <a:pt x="0" y="468381"/>
                  </a:cubicBezTo>
                  <a:lnTo>
                    <a:pt x="0" y="29289"/>
                  </a:lnTo>
                  <a:cubicBezTo>
                    <a:pt x="0" y="13113"/>
                    <a:pt x="13113" y="0"/>
                    <a:pt x="29289"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42" id="42"/>
            <p:cNvSpPr txBox="true"/>
            <p:nvPr/>
          </p:nvSpPr>
          <p:spPr>
            <a:xfrm>
              <a:off x="0" y="-47625"/>
              <a:ext cx="905037" cy="545295"/>
            </a:xfrm>
            <a:prstGeom prst="rect">
              <a:avLst/>
            </a:prstGeom>
          </p:spPr>
          <p:txBody>
            <a:bodyPr anchor="ctr" rtlCol="false" tIns="50800" lIns="50800" bIns="50800" rIns="50800"/>
            <a:lstStyle/>
            <a:p>
              <a:pPr algn="ctr">
                <a:lnSpc>
                  <a:spcPts val="2800"/>
                </a:lnSpc>
              </a:pPr>
            </a:p>
          </p:txBody>
        </p:sp>
      </p:grpSp>
      <p:grpSp>
        <p:nvGrpSpPr>
          <p:cNvPr name="!!S4_Shp43" id="186"/>
          <p:cNvGrpSpPr/>
          <p:nvPr/>
        </p:nvGrpSpPr>
        <p:grpSpPr>
          <a:xfrm rot="0">
            <a:off x="-8042887" y="5269014"/>
            <a:ext cx="3047229" cy="1079127"/>
            <a:chOff x="0" y="0"/>
            <a:chExt cx="802562" cy="284215"/>
          </a:xfrm>
        </p:grpSpPr>
        <p:sp>
          <p:nvSpPr>
            <p:cNvPr name="Freeform 44" id="44"/>
            <p:cNvSpPr/>
            <p:nvPr/>
          </p:nvSpPr>
          <p:spPr>
            <a:xfrm flipH="false" flipV="false" rot="0">
              <a:off x="0" y="0"/>
              <a:ext cx="802562" cy="284215"/>
            </a:xfrm>
            <a:custGeom>
              <a:avLst/>
              <a:gdLst/>
              <a:ahLst/>
              <a:cxnLst/>
              <a:rect r="r" b="b" t="t" l="l"/>
              <a:pathLst>
                <a:path h="284215" w="802562">
                  <a:moveTo>
                    <a:pt x="33028" y="0"/>
                  </a:moveTo>
                  <a:lnTo>
                    <a:pt x="769534" y="0"/>
                  </a:lnTo>
                  <a:cubicBezTo>
                    <a:pt x="778294" y="0"/>
                    <a:pt x="786695" y="3480"/>
                    <a:pt x="792889" y="9674"/>
                  </a:cubicBezTo>
                  <a:cubicBezTo>
                    <a:pt x="799083" y="15868"/>
                    <a:pt x="802562" y="24269"/>
                    <a:pt x="802562" y="33028"/>
                  </a:cubicBezTo>
                  <a:lnTo>
                    <a:pt x="802562" y="251186"/>
                  </a:lnTo>
                  <a:cubicBezTo>
                    <a:pt x="802562" y="259946"/>
                    <a:pt x="799083" y="268347"/>
                    <a:pt x="792889" y="274541"/>
                  </a:cubicBezTo>
                  <a:cubicBezTo>
                    <a:pt x="786695" y="280735"/>
                    <a:pt x="778294" y="284215"/>
                    <a:pt x="769534" y="284215"/>
                  </a:cubicBezTo>
                  <a:lnTo>
                    <a:pt x="33028" y="284215"/>
                  </a:lnTo>
                  <a:cubicBezTo>
                    <a:pt x="24269" y="284215"/>
                    <a:pt x="15868" y="280735"/>
                    <a:pt x="9674" y="274541"/>
                  </a:cubicBezTo>
                  <a:cubicBezTo>
                    <a:pt x="3480" y="268347"/>
                    <a:pt x="0" y="259946"/>
                    <a:pt x="0" y="25118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45" id="45"/>
            <p:cNvSpPr txBox="true"/>
            <p:nvPr/>
          </p:nvSpPr>
          <p:spPr>
            <a:xfrm>
              <a:off x="0" y="-47625"/>
              <a:ext cx="802562" cy="331840"/>
            </a:xfrm>
            <a:prstGeom prst="rect">
              <a:avLst/>
            </a:prstGeom>
          </p:spPr>
          <p:txBody>
            <a:bodyPr anchor="ctr" rtlCol="false" tIns="50800" lIns="50800" bIns="50800" rIns="50800"/>
            <a:lstStyle/>
            <a:p>
              <a:pPr algn="ctr">
                <a:lnSpc>
                  <a:spcPts val="2800"/>
                </a:lnSpc>
              </a:pPr>
            </a:p>
          </p:txBody>
        </p:sp>
      </p:grpSp>
      <p:sp>
        <p:nvSpPr>
          <p:cNvPr name="!!S4_Shp46" id="187"/>
          <p:cNvSpPr/>
          <p:nvPr/>
        </p:nvSpPr>
        <p:spPr>
          <a:xfrm flipH="false" flipV="false" rot="-5400000">
            <a:off x="-8463300" y="-4199301"/>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4_Shp47" id="188"/>
          <p:cNvSpPr/>
          <p:nvPr/>
        </p:nvSpPr>
        <p:spPr>
          <a:xfrm flipH="false" flipV="false" rot="-5400000">
            <a:off x="-8463300" y="-4199301"/>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4_Shp48" id="189"/>
          <p:cNvSpPr/>
          <p:nvPr/>
        </p:nvSpPr>
        <p:spPr>
          <a:xfrm flipH="false" flipV="false" rot="-5400000">
            <a:off x="-8463300" y="9098574"/>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4_Shp49" id="190"/>
          <p:cNvSpPr/>
          <p:nvPr/>
        </p:nvSpPr>
        <p:spPr>
          <a:xfrm flipH="false" flipV="false" rot="0">
            <a:off x="-5663852" y="-3579431"/>
            <a:ext cx="1579431" cy="1579431"/>
          </a:xfrm>
          <a:custGeom>
            <a:avLst/>
            <a:gdLst/>
            <a:ahLst/>
            <a:cxnLst/>
            <a:rect r="r" b="b" t="t" l="l"/>
            <a:pathLst>
              <a:path h="1579431" w="1579431">
                <a:moveTo>
                  <a:pt x="0" y="0"/>
                </a:moveTo>
                <a:lnTo>
                  <a:pt x="1579432" y="0"/>
                </a:lnTo>
                <a:lnTo>
                  <a:pt x="1579432" y="1579431"/>
                </a:lnTo>
                <a:lnTo>
                  <a:pt x="0" y="15794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4_Shp50" id="191"/>
          <p:cNvSpPr/>
          <p:nvPr/>
        </p:nvSpPr>
        <p:spPr>
          <a:xfrm flipH="false" flipV="false" rot="0">
            <a:off x="-5966533" y="-3579431"/>
            <a:ext cx="1579431" cy="1579431"/>
          </a:xfrm>
          <a:custGeom>
            <a:avLst/>
            <a:gdLst/>
            <a:ahLst/>
            <a:cxnLst/>
            <a:rect r="r" b="b" t="t" l="l"/>
            <a:pathLst>
              <a:path h="1579431" w="1579431">
                <a:moveTo>
                  <a:pt x="0" y="0"/>
                </a:moveTo>
                <a:lnTo>
                  <a:pt x="1579432" y="0"/>
                </a:lnTo>
                <a:lnTo>
                  <a:pt x="1579432" y="1579431"/>
                </a:lnTo>
                <a:lnTo>
                  <a:pt x="0" y="15794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4_Shp51" id="192"/>
          <p:cNvSpPr/>
          <p:nvPr/>
        </p:nvSpPr>
        <p:spPr>
          <a:xfrm flipH="false" flipV="false" rot="0">
            <a:off x="-6272802" y="-3579431"/>
            <a:ext cx="1579431" cy="1579431"/>
          </a:xfrm>
          <a:custGeom>
            <a:avLst/>
            <a:gdLst/>
            <a:ahLst/>
            <a:cxnLst/>
            <a:rect r="r" b="b" t="t" l="l"/>
            <a:pathLst>
              <a:path h="1579431" w="1579431">
                <a:moveTo>
                  <a:pt x="0" y="0"/>
                </a:moveTo>
                <a:lnTo>
                  <a:pt x="1579431" y="0"/>
                </a:lnTo>
                <a:lnTo>
                  <a:pt x="1579431" y="1579431"/>
                </a:lnTo>
                <a:lnTo>
                  <a:pt x="0" y="15794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4_Shp52" id="193"/>
          <p:cNvSpPr txBox="true"/>
          <p:nvPr/>
        </p:nvSpPr>
        <p:spPr>
          <a:xfrm rot="0">
            <a:off x="-9264000" y="-3122044"/>
            <a:ext cx="5241171"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SAYA</a:t>
            </a:r>
          </a:p>
        </p:txBody>
      </p:sp>
      <p:sp>
        <p:nvSpPr>
          <p:cNvPr name="!!S4_Shp55" id="194"/>
          <p:cNvSpPr txBox="true"/>
          <p:nvPr/>
        </p:nvSpPr>
        <p:spPr>
          <a:xfrm rot="0">
            <a:off x="-7008521" y="6700566"/>
            <a:ext cx="2913202"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enyusun ide dan strategi konten yang terarah.</a:t>
            </a:r>
          </a:p>
        </p:txBody>
      </p:sp>
      <p:sp>
        <p:nvSpPr>
          <p:cNvPr name="!!S4_Shp56" id="195"/>
          <p:cNvSpPr txBox="true"/>
          <p:nvPr/>
        </p:nvSpPr>
        <p:spPr>
          <a:xfrm rot="0">
            <a:off x="-6588396" y="5449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Perencanaan Konten</a:t>
            </a:r>
          </a:p>
        </p:txBody>
      </p:sp>
      <p:sp>
        <p:nvSpPr>
          <p:cNvPr name="!!S4_Shp57" id="196"/>
          <p:cNvSpPr txBox="true"/>
          <p:nvPr/>
        </p:nvSpPr>
        <p:spPr>
          <a:xfrm rot="0">
            <a:off x="-7798208" y="6700566"/>
            <a:ext cx="3174757"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embuat naskah yang jelas, menarik, dan mudah dipahami.</a:t>
            </a:r>
          </a:p>
        </p:txBody>
      </p:sp>
      <p:sp>
        <p:nvSpPr>
          <p:cNvPr name="!!S4_Shp58" id="197"/>
          <p:cNvSpPr txBox="true"/>
          <p:nvPr/>
        </p:nvSpPr>
        <p:spPr>
          <a:xfrm rot="0">
            <a:off x="-6244180" y="5449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Penulisan Naskah</a:t>
            </a:r>
          </a:p>
        </p:txBody>
      </p:sp>
      <p:sp>
        <p:nvSpPr>
          <p:cNvPr name="!!S4_Shp59" id="198"/>
          <p:cNvSpPr txBox="true"/>
          <p:nvPr/>
        </p:nvSpPr>
        <p:spPr>
          <a:xfrm rot="0">
            <a:off x="-7320089" y="6700566"/>
            <a:ext cx="2913202"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enghasilkan foto, video, dan materi visual digital.</a:t>
            </a:r>
          </a:p>
        </p:txBody>
      </p:sp>
      <p:sp>
        <p:nvSpPr>
          <p:cNvPr name="!!S4_Shp60" id="199"/>
          <p:cNvSpPr txBox="true"/>
          <p:nvPr/>
        </p:nvSpPr>
        <p:spPr>
          <a:xfrm rot="0">
            <a:off x="-6899963" y="5449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Produksi Konten</a:t>
            </a:r>
          </a:p>
        </p:txBody>
      </p:sp>
      <p:sp>
        <p:nvSpPr>
          <p:cNvPr name="!!S4_Shp61" id="200"/>
          <p:cNvSpPr txBox="true"/>
          <p:nvPr/>
        </p:nvSpPr>
        <p:spPr>
          <a:xfrm rot="0">
            <a:off x="-6975873" y="6700566"/>
            <a:ext cx="2913202" cy="12985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M</a:t>
            </a:r>
            <a:r>
              <a:rPr lang="en-US" sz="2499">
                <a:solidFill>
                  <a:srgbClr val="082009"/>
                </a:solidFill>
                <a:latin typeface="Fira Sans"/>
                <a:ea typeface="Fira Sans"/>
                <a:cs typeface="Fira Sans"/>
                <a:sym typeface="Fira Sans"/>
              </a:rPr>
              <a:t>enyempurnakan tampilan visual dan pesan konten.</a:t>
            </a:r>
          </a:p>
        </p:txBody>
      </p:sp>
      <p:sp>
        <p:nvSpPr>
          <p:cNvPr name="!!S4_Shp62" id="201"/>
          <p:cNvSpPr txBox="true"/>
          <p:nvPr/>
        </p:nvSpPr>
        <p:spPr>
          <a:xfrm rot="0">
            <a:off x="-6555747" y="5449803"/>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Penyuntingan Konten</a:t>
            </a:r>
          </a:p>
        </p:txBody>
      </p:sp>
      <p:sp>
        <p:nvSpPr>
          <p:cNvPr name="!!S4_Shp63" id="202"/>
          <p:cNvSpPr txBox="true"/>
          <p:nvPr/>
        </p:nvSpPr>
        <p:spPr>
          <a:xfrm rot="0">
            <a:off x="-12262057" y="-3122044"/>
            <a:ext cx="7428293" cy="1122044"/>
          </a:xfrm>
          <a:prstGeom prst="rect">
            <a:avLst/>
          </a:prstGeom>
        </p:spPr>
        <p:txBody>
          <a:bodyPr anchor="t" rtlCol="false" tIns="0" lIns="0" bIns="0" rIns="0">
            <a:spAutoFit/>
          </a:bodyPr>
          <a:lstStyle/>
          <a:p>
            <a:pPr algn="r">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KEAHLIAN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txBody>
          <a:bodyPr/>
          <a:p/>
        </p:txBody>
      </p:sp>
      <p:sp>
        <p:nvSpPr>
          <p:cNvPr name="!!Persistent_HeaderLine" id="3"/>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4"/>
          <p:cNvGrpSpPr/>
          <p:nvPr/>
        </p:nvGrpSpPr>
        <p:grpSpPr>
          <a:xfrm rot="0">
            <a:off x="15278315" y="805237"/>
            <a:ext cx="1980985" cy="639706"/>
            <a:chOff x="0" y="0"/>
            <a:chExt cx="521741" cy="168482"/>
          </a:xfrm>
        </p:grpSpPr>
        <p:sp>
          <p:nvSpPr>
            <p:cNvPr name="Freeform 5" id="5"/>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6" id="6"/>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6_Shp7" id="7"/>
          <p:cNvGrpSpPr/>
          <p:nvPr/>
        </p:nvGrpSpPr>
        <p:grpSpPr>
          <a:xfrm rot="0">
            <a:off x="-143454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6_Shp10" id="10"/>
          <p:cNvGrpSpPr/>
          <p:nvPr/>
        </p:nvGrpSpPr>
        <p:grpSpPr>
          <a:xfrm rot="0">
            <a:off x="2654772" y="2630422"/>
            <a:ext cx="3047229" cy="1693689"/>
            <a:chOff x="0" y="0"/>
            <a:chExt cx="802562" cy="446075"/>
          </a:xfrm>
        </p:grpSpPr>
        <p:sp>
          <p:nvSpPr>
            <p:cNvPr name="Freeform 11" id="11"/>
            <p:cNvSpPr/>
            <p:nvPr/>
          </p:nvSpPr>
          <p:spPr>
            <a:xfrm flipH="false" flipV="false" rot="0">
              <a:off x="0" y="0"/>
              <a:ext cx="802562" cy="446075"/>
            </a:xfrm>
            <a:custGeom>
              <a:avLst/>
              <a:gdLst/>
              <a:ahLst/>
              <a:cxnLst/>
              <a:rect r="r" b="b" t="t" l="l"/>
              <a:pathLst>
                <a:path h="446075" w="802562">
                  <a:moveTo>
                    <a:pt x="33028" y="0"/>
                  </a:moveTo>
                  <a:lnTo>
                    <a:pt x="769534" y="0"/>
                  </a:lnTo>
                  <a:cubicBezTo>
                    <a:pt x="778294" y="0"/>
                    <a:pt x="786695" y="3480"/>
                    <a:pt x="792889" y="9674"/>
                  </a:cubicBezTo>
                  <a:cubicBezTo>
                    <a:pt x="799083" y="15868"/>
                    <a:pt x="802562" y="24269"/>
                    <a:pt x="802562" y="33028"/>
                  </a:cubicBezTo>
                  <a:lnTo>
                    <a:pt x="802562" y="413046"/>
                  </a:lnTo>
                  <a:cubicBezTo>
                    <a:pt x="802562" y="421806"/>
                    <a:pt x="799083" y="430207"/>
                    <a:pt x="792889" y="436401"/>
                  </a:cubicBezTo>
                  <a:cubicBezTo>
                    <a:pt x="786695" y="442595"/>
                    <a:pt x="778294" y="446075"/>
                    <a:pt x="769534" y="446075"/>
                  </a:cubicBezTo>
                  <a:lnTo>
                    <a:pt x="33028" y="446075"/>
                  </a:lnTo>
                  <a:cubicBezTo>
                    <a:pt x="24269" y="446075"/>
                    <a:pt x="15868" y="442595"/>
                    <a:pt x="9674" y="436401"/>
                  </a:cubicBezTo>
                  <a:cubicBezTo>
                    <a:pt x="3480" y="430207"/>
                    <a:pt x="0" y="421806"/>
                    <a:pt x="0" y="41304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12" id="12"/>
            <p:cNvSpPr txBox="true"/>
            <p:nvPr/>
          </p:nvSpPr>
          <p:spPr>
            <a:xfrm>
              <a:off x="0" y="-47625"/>
              <a:ext cx="802562" cy="493700"/>
            </a:xfrm>
            <a:prstGeom prst="rect">
              <a:avLst/>
            </a:prstGeom>
          </p:spPr>
          <p:txBody>
            <a:bodyPr anchor="ctr" rtlCol="false" tIns="50800" lIns="50800" bIns="50800" rIns="50800"/>
            <a:lstStyle/>
            <a:p>
              <a:pPr algn="ctr">
                <a:lnSpc>
                  <a:spcPts val="2800"/>
                </a:lnSpc>
              </a:pPr>
            </a:p>
          </p:txBody>
        </p:sp>
      </p:grpSp>
      <p:grpSp>
        <p:nvGrpSpPr>
          <p:cNvPr name="!!S6_Shp13" id="13"/>
          <p:cNvGrpSpPr/>
          <p:nvPr/>
        </p:nvGrpSpPr>
        <p:grpSpPr>
          <a:xfrm rot="0">
            <a:off x="6096771" y="2624695"/>
            <a:ext cx="3047229" cy="1699417"/>
            <a:chOff x="0" y="0"/>
            <a:chExt cx="802562" cy="447583"/>
          </a:xfrm>
        </p:grpSpPr>
        <p:sp>
          <p:nvSpPr>
            <p:cNvPr name="Freeform 14" id="14"/>
            <p:cNvSpPr/>
            <p:nvPr/>
          </p:nvSpPr>
          <p:spPr>
            <a:xfrm flipH="false" flipV="false" rot="0">
              <a:off x="0" y="0"/>
              <a:ext cx="802562" cy="447583"/>
            </a:xfrm>
            <a:custGeom>
              <a:avLst/>
              <a:gdLst/>
              <a:ahLst/>
              <a:cxnLst/>
              <a:rect r="r" b="b" t="t" l="l"/>
              <a:pathLst>
                <a:path h="447583" w="802562">
                  <a:moveTo>
                    <a:pt x="33028" y="0"/>
                  </a:moveTo>
                  <a:lnTo>
                    <a:pt x="769534" y="0"/>
                  </a:lnTo>
                  <a:cubicBezTo>
                    <a:pt x="778294" y="0"/>
                    <a:pt x="786695" y="3480"/>
                    <a:pt x="792889" y="9674"/>
                  </a:cubicBezTo>
                  <a:cubicBezTo>
                    <a:pt x="799083" y="15868"/>
                    <a:pt x="802562" y="24269"/>
                    <a:pt x="802562" y="33028"/>
                  </a:cubicBezTo>
                  <a:lnTo>
                    <a:pt x="802562" y="414555"/>
                  </a:lnTo>
                  <a:cubicBezTo>
                    <a:pt x="802562" y="423314"/>
                    <a:pt x="799083" y="431715"/>
                    <a:pt x="792889" y="437909"/>
                  </a:cubicBezTo>
                  <a:cubicBezTo>
                    <a:pt x="786695" y="444103"/>
                    <a:pt x="778294" y="447583"/>
                    <a:pt x="769534" y="447583"/>
                  </a:cubicBezTo>
                  <a:lnTo>
                    <a:pt x="33028" y="447583"/>
                  </a:lnTo>
                  <a:cubicBezTo>
                    <a:pt x="24269" y="447583"/>
                    <a:pt x="15868" y="444103"/>
                    <a:pt x="9674" y="437909"/>
                  </a:cubicBezTo>
                  <a:cubicBezTo>
                    <a:pt x="3480" y="431715"/>
                    <a:pt x="0" y="423314"/>
                    <a:pt x="0" y="414555"/>
                  </a:cubicBezTo>
                  <a:lnTo>
                    <a:pt x="0" y="33028"/>
                  </a:lnTo>
                  <a:cubicBezTo>
                    <a:pt x="0" y="24269"/>
                    <a:pt x="3480" y="15868"/>
                    <a:pt x="9674" y="9674"/>
                  </a:cubicBezTo>
                  <a:cubicBezTo>
                    <a:pt x="15868" y="3480"/>
                    <a:pt x="24269" y="0"/>
                    <a:pt x="33028"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5" id="15"/>
            <p:cNvSpPr txBox="true"/>
            <p:nvPr/>
          </p:nvSpPr>
          <p:spPr>
            <a:xfrm>
              <a:off x="0" y="-47625"/>
              <a:ext cx="802562" cy="495208"/>
            </a:xfrm>
            <a:prstGeom prst="rect">
              <a:avLst/>
            </a:prstGeom>
          </p:spPr>
          <p:txBody>
            <a:bodyPr anchor="ctr" rtlCol="false" tIns="50800" lIns="50800" bIns="50800" rIns="50800"/>
            <a:lstStyle/>
            <a:p>
              <a:pPr algn="ctr">
                <a:lnSpc>
                  <a:spcPts val="2800"/>
                </a:lnSpc>
              </a:pPr>
            </a:p>
          </p:txBody>
        </p:sp>
      </p:grpSp>
      <p:grpSp>
        <p:nvGrpSpPr>
          <p:cNvPr name="!!S6_Shp16" id="16"/>
          <p:cNvGrpSpPr/>
          <p:nvPr/>
        </p:nvGrpSpPr>
        <p:grpSpPr>
          <a:xfrm rot="0">
            <a:off x="9534525" y="2636149"/>
            <a:ext cx="3047229" cy="1693689"/>
            <a:chOff x="0" y="0"/>
            <a:chExt cx="802562" cy="446075"/>
          </a:xfrm>
        </p:grpSpPr>
        <p:sp>
          <p:nvSpPr>
            <p:cNvPr name="Freeform 17" id="17"/>
            <p:cNvSpPr/>
            <p:nvPr/>
          </p:nvSpPr>
          <p:spPr>
            <a:xfrm flipH="false" flipV="false" rot="0">
              <a:off x="0" y="0"/>
              <a:ext cx="802562" cy="446075"/>
            </a:xfrm>
            <a:custGeom>
              <a:avLst/>
              <a:gdLst/>
              <a:ahLst/>
              <a:cxnLst/>
              <a:rect r="r" b="b" t="t" l="l"/>
              <a:pathLst>
                <a:path h="446075" w="802562">
                  <a:moveTo>
                    <a:pt x="33028" y="0"/>
                  </a:moveTo>
                  <a:lnTo>
                    <a:pt x="769534" y="0"/>
                  </a:lnTo>
                  <a:cubicBezTo>
                    <a:pt x="778294" y="0"/>
                    <a:pt x="786695" y="3480"/>
                    <a:pt x="792889" y="9674"/>
                  </a:cubicBezTo>
                  <a:cubicBezTo>
                    <a:pt x="799083" y="15868"/>
                    <a:pt x="802562" y="24269"/>
                    <a:pt x="802562" y="33028"/>
                  </a:cubicBezTo>
                  <a:lnTo>
                    <a:pt x="802562" y="413046"/>
                  </a:lnTo>
                  <a:cubicBezTo>
                    <a:pt x="802562" y="421806"/>
                    <a:pt x="799083" y="430207"/>
                    <a:pt x="792889" y="436401"/>
                  </a:cubicBezTo>
                  <a:cubicBezTo>
                    <a:pt x="786695" y="442595"/>
                    <a:pt x="778294" y="446075"/>
                    <a:pt x="769534" y="446075"/>
                  </a:cubicBezTo>
                  <a:lnTo>
                    <a:pt x="33028" y="446075"/>
                  </a:lnTo>
                  <a:cubicBezTo>
                    <a:pt x="24269" y="446075"/>
                    <a:pt x="15868" y="442595"/>
                    <a:pt x="9674" y="436401"/>
                  </a:cubicBezTo>
                  <a:cubicBezTo>
                    <a:pt x="3480" y="430207"/>
                    <a:pt x="0" y="421806"/>
                    <a:pt x="0" y="41304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18" id="18"/>
            <p:cNvSpPr txBox="true"/>
            <p:nvPr/>
          </p:nvSpPr>
          <p:spPr>
            <a:xfrm>
              <a:off x="0" y="-47625"/>
              <a:ext cx="802562" cy="493700"/>
            </a:xfrm>
            <a:prstGeom prst="rect">
              <a:avLst/>
            </a:prstGeom>
          </p:spPr>
          <p:txBody>
            <a:bodyPr anchor="ctr" rtlCol="false" tIns="50800" lIns="50800" bIns="50800" rIns="50800"/>
            <a:lstStyle/>
            <a:p>
              <a:pPr algn="ctr">
                <a:lnSpc>
                  <a:spcPts val="2800"/>
                </a:lnSpc>
              </a:pPr>
            </a:p>
          </p:txBody>
        </p:sp>
      </p:grpSp>
      <p:grpSp>
        <p:nvGrpSpPr>
          <p:cNvPr name="!!S6_Shp19" id="19"/>
          <p:cNvGrpSpPr/>
          <p:nvPr/>
        </p:nvGrpSpPr>
        <p:grpSpPr>
          <a:xfrm rot="0">
            <a:off x="12976525" y="2630422"/>
            <a:ext cx="3047229" cy="1699417"/>
            <a:chOff x="0" y="0"/>
            <a:chExt cx="802562" cy="447583"/>
          </a:xfrm>
        </p:grpSpPr>
        <p:sp>
          <p:nvSpPr>
            <p:cNvPr name="Freeform 20" id="20"/>
            <p:cNvSpPr/>
            <p:nvPr/>
          </p:nvSpPr>
          <p:spPr>
            <a:xfrm flipH="false" flipV="false" rot="0">
              <a:off x="0" y="0"/>
              <a:ext cx="802562" cy="447583"/>
            </a:xfrm>
            <a:custGeom>
              <a:avLst/>
              <a:gdLst/>
              <a:ahLst/>
              <a:cxnLst/>
              <a:rect r="r" b="b" t="t" l="l"/>
              <a:pathLst>
                <a:path h="447583" w="802562">
                  <a:moveTo>
                    <a:pt x="33028" y="0"/>
                  </a:moveTo>
                  <a:lnTo>
                    <a:pt x="769534" y="0"/>
                  </a:lnTo>
                  <a:cubicBezTo>
                    <a:pt x="778294" y="0"/>
                    <a:pt x="786695" y="3480"/>
                    <a:pt x="792889" y="9674"/>
                  </a:cubicBezTo>
                  <a:cubicBezTo>
                    <a:pt x="799083" y="15868"/>
                    <a:pt x="802562" y="24269"/>
                    <a:pt x="802562" y="33028"/>
                  </a:cubicBezTo>
                  <a:lnTo>
                    <a:pt x="802562" y="414555"/>
                  </a:lnTo>
                  <a:cubicBezTo>
                    <a:pt x="802562" y="423314"/>
                    <a:pt x="799083" y="431715"/>
                    <a:pt x="792889" y="437909"/>
                  </a:cubicBezTo>
                  <a:cubicBezTo>
                    <a:pt x="786695" y="444103"/>
                    <a:pt x="778294" y="447583"/>
                    <a:pt x="769534" y="447583"/>
                  </a:cubicBezTo>
                  <a:lnTo>
                    <a:pt x="33028" y="447583"/>
                  </a:lnTo>
                  <a:cubicBezTo>
                    <a:pt x="24269" y="447583"/>
                    <a:pt x="15868" y="444103"/>
                    <a:pt x="9674" y="437909"/>
                  </a:cubicBezTo>
                  <a:cubicBezTo>
                    <a:pt x="3480" y="431715"/>
                    <a:pt x="0" y="423314"/>
                    <a:pt x="0" y="414555"/>
                  </a:cubicBezTo>
                  <a:lnTo>
                    <a:pt x="0" y="33028"/>
                  </a:lnTo>
                  <a:cubicBezTo>
                    <a:pt x="0" y="24269"/>
                    <a:pt x="3480" y="15868"/>
                    <a:pt x="9674" y="9674"/>
                  </a:cubicBezTo>
                  <a:cubicBezTo>
                    <a:pt x="15868" y="3480"/>
                    <a:pt x="24269" y="0"/>
                    <a:pt x="33028"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1" id="21"/>
            <p:cNvSpPr txBox="true"/>
            <p:nvPr/>
          </p:nvSpPr>
          <p:spPr>
            <a:xfrm>
              <a:off x="0" y="-47625"/>
              <a:ext cx="802562" cy="495208"/>
            </a:xfrm>
            <a:prstGeom prst="rect">
              <a:avLst/>
            </a:prstGeom>
          </p:spPr>
          <p:txBody>
            <a:bodyPr anchor="ctr" rtlCol="false" tIns="50800" lIns="50800" bIns="50800" rIns="50800"/>
            <a:lstStyle/>
            <a:p>
              <a:pPr algn="ctr">
                <a:lnSpc>
                  <a:spcPts val="2800"/>
                </a:lnSpc>
              </a:pPr>
            </a:p>
          </p:txBody>
        </p:sp>
      </p:grpSp>
      <p:grpSp>
        <p:nvGrpSpPr>
          <p:cNvPr name="!!S6_Shp22" id="22"/>
          <p:cNvGrpSpPr/>
          <p:nvPr/>
        </p:nvGrpSpPr>
        <p:grpSpPr>
          <a:xfrm rot="0">
            <a:off x="6992196" y="2473615"/>
            <a:ext cx="1252133" cy="302159"/>
            <a:chOff x="0" y="0"/>
            <a:chExt cx="329780" cy="79581"/>
          </a:xfrm>
        </p:grpSpPr>
        <p:sp>
          <p:nvSpPr>
            <p:cNvPr name="Freeform 23" id="23"/>
            <p:cNvSpPr/>
            <p:nvPr/>
          </p:nvSpPr>
          <p:spPr>
            <a:xfrm flipH="false" flipV="false" rot="0">
              <a:off x="0" y="0"/>
              <a:ext cx="329780" cy="79581"/>
            </a:xfrm>
            <a:custGeom>
              <a:avLst/>
              <a:gdLst/>
              <a:ahLst/>
              <a:cxnLst/>
              <a:rect r="r" b="b" t="t" l="l"/>
              <a:pathLst>
                <a:path h="79581" w="329780">
                  <a:moveTo>
                    <a:pt x="39791" y="0"/>
                  </a:moveTo>
                  <a:lnTo>
                    <a:pt x="289989" y="0"/>
                  </a:lnTo>
                  <a:cubicBezTo>
                    <a:pt x="311965" y="0"/>
                    <a:pt x="329780" y="17815"/>
                    <a:pt x="329780" y="39791"/>
                  </a:cubicBezTo>
                  <a:lnTo>
                    <a:pt x="329780" y="39791"/>
                  </a:lnTo>
                  <a:cubicBezTo>
                    <a:pt x="329780" y="50344"/>
                    <a:pt x="325588" y="60465"/>
                    <a:pt x="318125" y="67927"/>
                  </a:cubicBezTo>
                  <a:cubicBezTo>
                    <a:pt x="310663" y="75389"/>
                    <a:pt x="300542" y="79581"/>
                    <a:pt x="289989" y="79581"/>
                  </a:cubicBezTo>
                  <a:lnTo>
                    <a:pt x="39791" y="79581"/>
                  </a:lnTo>
                  <a:cubicBezTo>
                    <a:pt x="29237" y="79581"/>
                    <a:pt x="19117" y="75389"/>
                    <a:pt x="11654" y="67927"/>
                  </a:cubicBezTo>
                  <a:cubicBezTo>
                    <a:pt x="4192" y="60465"/>
                    <a:pt x="0" y="50344"/>
                    <a:pt x="0" y="39791"/>
                  </a:cubicBezTo>
                  <a:lnTo>
                    <a:pt x="0" y="39791"/>
                  </a:lnTo>
                  <a:cubicBezTo>
                    <a:pt x="0" y="29237"/>
                    <a:pt x="4192" y="19117"/>
                    <a:pt x="11654" y="11654"/>
                  </a:cubicBezTo>
                  <a:cubicBezTo>
                    <a:pt x="19117" y="4192"/>
                    <a:pt x="29237" y="0"/>
                    <a:pt x="39791" y="0"/>
                  </a:cubicBezTo>
                  <a:close/>
                </a:path>
              </a:pathLst>
            </a:custGeom>
            <a:gradFill rotWithShape="true">
              <a:gsLst>
                <a:gs pos="0">
                  <a:srgbClr val="19621D">
                    <a:alpha val="100000"/>
                  </a:srgbClr>
                </a:gs>
                <a:gs pos="100000">
                  <a:srgbClr val="0A3931">
                    <a:alpha val="100000"/>
                  </a:srgbClr>
                </a:gs>
              </a:gsLst>
              <a:lin ang="2700000"/>
            </a:gradFill>
          </p:spPr>
        </p:sp>
        <p:sp>
          <p:nvSpPr>
            <p:cNvPr name="TextBox 24" id="24"/>
            <p:cNvSpPr txBox="true"/>
            <p:nvPr/>
          </p:nvSpPr>
          <p:spPr>
            <a:xfrm>
              <a:off x="0" y="-47625"/>
              <a:ext cx="329780" cy="127206"/>
            </a:xfrm>
            <a:prstGeom prst="rect">
              <a:avLst/>
            </a:prstGeom>
          </p:spPr>
          <p:txBody>
            <a:bodyPr anchor="ctr" rtlCol="false" tIns="50800" lIns="50800" bIns="50800" rIns="50800"/>
            <a:lstStyle/>
            <a:p>
              <a:pPr algn="ctr">
                <a:lnSpc>
                  <a:spcPts val="2800"/>
                </a:lnSpc>
              </a:pPr>
            </a:p>
          </p:txBody>
        </p:sp>
      </p:grpSp>
      <p:grpSp>
        <p:nvGrpSpPr>
          <p:cNvPr name="!!S6_Shp25" id="25"/>
          <p:cNvGrpSpPr/>
          <p:nvPr/>
        </p:nvGrpSpPr>
        <p:grpSpPr>
          <a:xfrm rot="0">
            <a:off x="13874073" y="2485069"/>
            <a:ext cx="1252133" cy="302159"/>
            <a:chOff x="0" y="0"/>
            <a:chExt cx="329780" cy="79581"/>
          </a:xfrm>
        </p:grpSpPr>
        <p:sp>
          <p:nvSpPr>
            <p:cNvPr name="Freeform 26" id="26"/>
            <p:cNvSpPr/>
            <p:nvPr/>
          </p:nvSpPr>
          <p:spPr>
            <a:xfrm flipH="false" flipV="false" rot="0">
              <a:off x="0" y="0"/>
              <a:ext cx="329780" cy="79581"/>
            </a:xfrm>
            <a:custGeom>
              <a:avLst/>
              <a:gdLst/>
              <a:ahLst/>
              <a:cxnLst/>
              <a:rect r="r" b="b" t="t" l="l"/>
              <a:pathLst>
                <a:path h="79581" w="329780">
                  <a:moveTo>
                    <a:pt x="39791" y="0"/>
                  </a:moveTo>
                  <a:lnTo>
                    <a:pt x="289989" y="0"/>
                  </a:lnTo>
                  <a:cubicBezTo>
                    <a:pt x="311965" y="0"/>
                    <a:pt x="329780" y="17815"/>
                    <a:pt x="329780" y="39791"/>
                  </a:cubicBezTo>
                  <a:lnTo>
                    <a:pt x="329780" y="39791"/>
                  </a:lnTo>
                  <a:cubicBezTo>
                    <a:pt x="329780" y="50344"/>
                    <a:pt x="325588" y="60465"/>
                    <a:pt x="318125" y="67927"/>
                  </a:cubicBezTo>
                  <a:cubicBezTo>
                    <a:pt x="310663" y="75389"/>
                    <a:pt x="300542" y="79581"/>
                    <a:pt x="289989" y="79581"/>
                  </a:cubicBezTo>
                  <a:lnTo>
                    <a:pt x="39791" y="79581"/>
                  </a:lnTo>
                  <a:cubicBezTo>
                    <a:pt x="29237" y="79581"/>
                    <a:pt x="19117" y="75389"/>
                    <a:pt x="11654" y="67927"/>
                  </a:cubicBezTo>
                  <a:cubicBezTo>
                    <a:pt x="4192" y="60465"/>
                    <a:pt x="0" y="50344"/>
                    <a:pt x="0" y="39791"/>
                  </a:cubicBezTo>
                  <a:lnTo>
                    <a:pt x="0" y="39791"/>
                  </a:lnTo>
                  <a:cubicBezTo>
                    <a:pt x="0" y="29237"/>
                    <a:pt x="4192" y="19117"/>
                    <a:pt x="11654" y="11654"/>
                  </a:cubicBezTo>
                  <a:cubicBezTo>
                    <a:pt x="19117" y="4192"/>
                    <a:pt x="29237" y="0"/>
                    <a:pt x="39791" y="0"/>
                  </a:cubicBezTo>
                  <a:close/>
                </a:path>
              </a:pathLst>
            </a:custGeom>
            <a:gradFill rotWithShape="true">
              <a:gsLst>
                <a:gs pos="0">
                  <a:srgbClr val="19621D">
                    <a:alpha val="100000"/>
                  </a:srgbClr>
                </a:gs>
                <a:gs pos="100000">
                  <a:srgbClr val="0A3931">
                    <a:alpha val="100000"/>
                  </a:srgbClr>
                </a:gs>
              </a:gsLst>
              <a:lin ang="2700000"/>
            </a:gradFill>
          </p:spPr>
        </p:sp>
        <p:sp>
          <p:nvSpPr>
            <p:cNvPr name="TextBox 27" id="27"/>
            <p:cNvSpPr txBox="true"/>
            <p:nvPr/>
          </p:nvSpPr>
          <p:spPr>
            <a:xfrm>
              <a:off x="0" y="-47625"/>
              <a:ext cx="329780" cy="127206"/>
            </a:xfrm>
            <a:prstGeom prst="rect">
              <a:avLst/>
            </a:prstGeom>
          </p:spPr>
          <p:txBody>
            <a:bodyPr anchor="ctr" rtlCol="false" tIns="50800" lIns="50800" bIns="50800" rIns="50800"/>
            <a:lstStyle/>
            <a:p>
              <a:pPr algn="ctr">
                <a:lnSpc>
                  <a:spcPts val="2800"/>
                </a:lnSpc>
              </a:pPr>
            </a:p>
          </p:txBody>
        </p:sp>
      </p:grpSp>
      <p:grpSp>
        <p:nvGrpSpPr>
          <p:cNvPr name="!!S6_Shp28" id="28"/>
          <p:cNvGrpSpPr/>
          <p:nvPr/>
        </p:nvGrpSpPr>
        <p:grpSpPr>
          <a:xfrm rot="0">
            <a:off x="10429875" y="2496524"/>
            <a:ext cx="1252133" cy="290705"/>
            <a:chOff x="0" y="0"/>
            <a:chExt cx="329780" cy="76564"/>
          </a:xfrm>
        </p:grpSpPr>
        <p:sp>
          <p:nvSpPr>
            <p:cNvPr name="Freeform 29" id="29"/>
            <p:cNvSpPr/>
            <p:nvPr/>
          </p:nvSpPr>
          <p:spPr>
            <a:xfrm flipH="false" flipV="false" rot="0">
              <a:off x="0" y="0"/>
              <a:ext cx="329780" cy="76564"/>
            </a:xfrm>
            <a:custGeom>
              <a:avLst/>
              <a:gdLst/>
              <a:ahLst/>
              <a:cxnLst/>
              <a:rect r="r" b="b" t="t" l="l"/>
              <a:pathLst>
                <a:path h="76564" w="329780">
                  <a:moveTo>
                    <a:pt x="38282" y="0"/>
                  </a:moveTo>
                  <a:lnTo>
                    <a:pt x="291498" y="0"/>
                  </a:lnTo>
                  <a:cubicBezTo>
                    <a:pt x="312640" y="0"/>
                    <a:pt x="329780" y="17139"/>
                    <a:pt x="329780" y="38282"/>
                  </a:cubicBezTo>
                  <a:lnTo>
                    <a:pt x="329780" y="38282"/>
                  </a:lnTo>
                  <a:cubicBezTo>
                    <a:pt x="329780" y="59425"/>
                    <a:pt x="312640" y="76564"/>
                    <a:pt x="291498" y="76564"/>
                  </a:cubicBezTo>
                  <a:lnTo>
                    <a:pt x="38282" y="76564"/>
                  </a:lnTo>
                  <a:cubicBezTo>
                    <a:pt x="17139" y="76564"/>
                    <a:pt x="0" y="59425"/>
                    <a:pt x="0" y="38282"/>
                  </a:cubicBezTo>
                  <a:lnTo>
                    <a:pt x="0" y="38282"/>
                  </a:lnTo>
                  <a:cubicBezTo>
                    <a:pt x="0" y="17139"/>
                    <a:pt x="17139" y="0"/>
                    <a:pt x="38282"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0" id="30"/>
            <p:cNvSpPr txBox="true"/>
            <p:nvPr/>
          </p:nvSpPr>
          <p:spPr>
            <a:xfrm>
              <a:off x="0" y="-47625"/>
              <a:ext cx="329780" cy="124189"/>
            </a:xfrm>
            <a:prstGeom prst="rect">
              <a:avLst/>
            </a:prstGeom>
          </p:spPr>
          <p:txBody>
            <a:bodyPr anchor="ctr" rtlCol="false" tIns="50800" lIns="50800" bIns="50800" rIns="50800"/>
            <a:lstStyle/>
            <a:p>
              <a:pPr algn="ctr">
                <a:lnSpc>
                  <a:spcPts val="2800"/>
                </a:lnSpc>
              </a:pPr>
            </a:p>
          </p:txBody>
        </p:sp>
      </p:grpSp>
      <p:grpSp>
        <p:nvGrpSpPr>
          <p:cNvPr name="!!S6_Shp31" id="31"/>
          <p:cNvGrpSpPr/>
          <p:nvPr/>
        </p:nvGrpSpPr>
        <p:grpSpPr>
          <a:xfrm rot="0">
            <a:off x="3552320" y="2473615"/>
            <a:ext cx="1252133" cy="290705"/>
            <a:chOff x="0" y="0"/>
            <a:chExt cx="329780" cy="76564"/>
          </a:xfrm>
        </p:grpSpPr>
        <p:sp>
          <p:nvSpPr>
            <p:cNvPr name="Freeform 32" id="32"/>
            <p:cNvSpPr/>
            <p:nvPr/>
          </p:nvSpPr>
          <p:spPr>
            <a:xfrm flipH="false" flipV="false" rot="0">
              <a:off x="0" y="0"/>
              <a:ext cx="329780" cy="76564"/>
            </a:xfrm>
            <a:custGeom>
              <a:avLst/>
              <a:gdLst/>
              <a:ahLst/>
              <a:cxnLst/>
              <a:rect r="r" b="b" t="t" l="l"/>
              <a:pathLst>
                <a:path h="76564" w="329780">
                  <a:moveTo>
                    <a:pt x="38282" y="0"/>
                  </a:moveTo>
                  <a:lnTo>
                    <a:pt x="291498" y="0"/>
                  </a:lnTo>
                  <a:cubicBezTo>
                    <a:pt x="312640" y="0"/>
                    <a:pt x="329780" y="17139"/>
                    <a:pt x="329780" y="38282"/>
                  </a:cubicBezTo>
                  <a:lnTo>
                    <a:pt x="329780" y="38282"/>
                  </a:lnTo>
                  <a:cubicBezTo>
                    <a:pt x="329780" y="59425"/>
                    <a:pt x="312640" y="76564"/>
                    <a:pt x="291498" y="76564"/>
                  </a:cubicBezTo>
                  <a:lnTo>
                    <a:pt x="38282" y="76564"/>
                  </a:lnTo>
                  <a:cubicBezTo>
                    <a:pt x="17139" y="76564"/>
                    <a:pt x="0" y="59425"/>
                    <a:pt x="0" y="38282"/>
                  </a:cubicBezTo>
                  <a:lnTo>
                    <a:pt x="0" y="38282"/>
                  </a:lnTo>
                  <a:cubicBezTo>
                    <a:pt x="0" y="17139"/>
                    <a:pt x="17139" y="0"/>
                    <a:pt x="38282"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3" id="33"/>
            <p:cNvSpPr txBox="true"/>
            <p:nvPr/>
          </p:nvSpPr>
          <p:spPr>
            <a:xfrm>
              <a:off x="0" y="-47625"/>
              <a:ext cx="329780" cy="124189"/>
            </a:xfrm>
            <a:prstGeom prst="rect">
              <a:avLst/>
            </a:prstGeom>
          </p:spPr>
          <p:txBody>
            <a:bodyPr anchor="ctr" rtlCol="false" tIns="50800" lIns="50800" bIns="50800" rIns="50800"/>
            <a:lstStyle/>
            <a:p>
              <a:pPr algn="ctr">
                <a:lnSpc>
                  <a:spcPts val="2800"/>
                </a:lnSpc>
              </a:pPr>
            </a:p>
          </p:txBody>
        </p:sp>
      </p:grpSp>
      <p:sp>
        <p:nvSpPr>
          <p:cNvPr name="!!S6_Shp34" id="34"/>
          <p:cNvSpPr/>
          <p:nvPr/>
        </p:nvSpPr>
        <p:spPr>
          <a:xfrm flipH="false" flipV="false" rot="-5400000">
            <a:off x="-1555356" y="319280"/>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6_Shp35" id="35"/>
          <p:cNvSpPr/>
          <p:nvPr/>
        </p:nvSpPr>
        <p:spPr>
          <a:xfrm flipH="false" flipV="false" rot="-5400000">
            <a:off x="-1555356" y="4708927"/>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6_Shp36" id="36"/>
          <p:cNvSpPr/>
          <p:nvPr/>
        </p:nvSpPr>
        <p:spPr>
          <a:xfrm flipH="false" flipV="false" rot="-5400000">
            <a:off x="-1555356" y="9098574"/>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6_Shp37" id="37"/>
          <p:cNvSpPr/>
          <p:nvPr/>
        </p:nvSpPr>
        <p:spPr>
          <a:xfrm flipH="false" flipV="false" rot="0">
            <a:off x="12851218" y="8065156"/>
            <a:ext cx="3724613" cy="1212192"/>
          </a:xfrm>
          <a:custGeom>
            <a:avLst/>
            <a:gdLst/>
            <a:ahLst/>
            <a:cxnLst/>
            <a:rect r="r" b="b" t="t" l="l"/>
            <a:pathLst>
              <a:path h="1212192" w="3724613">
                <a:moveTo>
                  <a:pt x="0" y="0"/>
                </a:moveTo>
                <a:lnTo>
                  <a:pt x="3724613" y="0"/>
                </a:lnTo>
                <a:lnTo>
                  <a:pt x="3724613" y="1212192"/>
                </a:lnTo>
                <a:lnTo>
                  <a:pt x="0" y="12121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6_Shp38" id="38"/>
          <p:cNvSpPr/>
          <p:nvPr/>
        </p:nvSpPr>
        <p:spPr>
          <a:xfrm flipH="true" flipV="false" rot="0">
            <a:off x="15892362" y="8024505"/>
            <a:ext cx="1366938" cy="1366938"/>
          </a:xfrm>
          <a:custGeom>
            <a:avLst/>
            <a:gdLst/>
            <a:ahLst/>
            <a:cxnLst/>
            <a:rect r="r" b="b" t="t" l="l"/>
            <a:pathLst>
              <a:path h="1366938" w="1366938">
                <a:moveTo>
                  <a:pt x="1366938" y="0"/>
                </a:moveTo>
                <a:lnTo>
                  <a:pt x="0" y="0"/>
                </a:lnTo>
                <a:lnTo>
                  <a:pt x="0" y="1366938"/>
                </a:lnTo>
                <a:lnTo>
                  <a:pt x="1366938" y="1366938"/>
                </a:lnTo>
                <a:lnTo>
                  <a:pt x="1366938"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6_Shp39" id="39"/>
          <p:cNvSpPr txBox="true"/>
          <p:nvPr/>
        </p:nvSpPr>
        <p:spPr>
          <a:xfrm rot="0">
            <a:off x="2654772" y="8136256"/>
            <a:ext cx="4621871"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SAYA</a:t>
            </a:r>
          </a:p>
        </p:txBody>
      </p:sp>
      <p:sp>
        <p:nvSpPr>
          <p:cNvPr name="!!Persistent_PageNumber" id="40"/>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06</a:t>
            </a:r>
          </a:p>
        </p:txBody>
      </p:sp>
      <p:sp>
        <p:nvSpPr>
          <p:cNvPr name="!!Persistent_HeaderTitle" id="41"/>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6_Shp42" id="42"/>
          <p:cNvSpPr txBox="true"/>
          <p:nvPr/>
        </p:nvSpPr>
        <p:spPr>
          <a:xfrm rot="0">
            <a:off x="2654772" y="6944594"/>
            <a:ext cx="8730108"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SERTIFIKASI</a:t>
            </a:r>
          </a:p>
        </p:txBody>
      </p:sp>
      <p:sp>
        <p:nvSpPr>
          <p:cNvPr name="!!S6_Shp43" id="43"/>
          <p:cNvSpPr txBox="true"/>
          <p:nvPr/>
        </p:nvSpPr>
        <p:spPr>
          <a:xfrm rot="0">
            <a:off x="3137995" y="3180645"/>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Pemasaran Media Sosial</a:t>
            </a:r>
          </a:p>
        </p:txBody>
      </p:sp>
      <p:sp>
        <p:nvSpPr>
          <p:cNvPr name="!!S6_Shp44" id="44"/>
          <p:cNvSpPr txBox="true"/>
          <p:nvPr/>
        </p:nvSpPr>
        <p:spPr>
          <a:xfrm rot="0">
            <a:off x="6582546" y="3180645"/>
            <a:ext cx="2072951" cy="727075"/>
          </a:xfrm>
          <a:prstGeom prst="rect">
            <a:avLst/>
          </a:prstGeom>
        </p:spPr>
        <p:txBody>
          <a:bodyPr anchor="t" rtlCol="false" tIns="0" lIns="0" bIns="0" rIns="0">
            <a:spAutoFit/>
          </a:bodyPr>
          <a:lstStyle/>
          <a:p>
            <a:pPr algn="ctr">
              <a:lnSpc>
                <a:spcPts val="2899"/>
              </a:lnSpc>
            </a:pPr>
            <a:r>
              <a:rPr lang="en-US" b="true" sz="2499">
                <a:solidFill>
                  <a:srgbClr val="000000"/>
                </a:solidFill>
                <a:latin typeface="Fira Sans Bold"/>
                <a:ea typeface="Fira Sans Bold"/>
                <a:cs typeface="Fira Sans Bold"/>
                <a:sym typeface="Fira Sans Bold"/>
              </a:rPr>
              <a:t>Strategi Konten Digital</a:t>
            </a:r>
          </a:p>
        </p:txBody>
      </p:sp>
      <p:sp>
        <p:nvSpPr>
          <p:cNvPr name="!!S6_Shp45" id="45"/>
          <p:cNvSpPr txBox="true"/>
          <p:nvPr/>
        </p:nvSpPr>
        <p:spPr>
          <a:xfrm rot="0">
            <a:off x="10020300" y="3180645"/>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Komunikasi Digital</a:t>
            </a:r>
          </a:p>
        </p:txBody>
      </p:sp>
      <p:sp>
        <p:nvSpPr>
          <p:cNvPr name="!!S6_Shp46" id="46"/>
          <p:cNvSpPr txBox="true"/>
          <p:nvPr/>
        </p:nvSpPr>
        <p:spPr>
          <a:xfrm rot="0">
            <a:off x="13346834" y="3180645"/>
            <a:ext cx="2306610" cy="727075"/>
          </a:xfrm>
          <a:prstGeom prst="rect">
            <a:avLst/>
          </a:prstGeom>
        </p:spPr>
        <p:txBody>
          <a:bodyPr anchor="t" rtlCol="false" tIns="0" lIns="0" bIns="0" rIns="0">
            <a:spAutoFit/>
          </a:bodyPr>
          <a:lstStyle/>
          <a:p>
            <a:pPr algn="ctr">
              <a:lnSpc>
                <a:spcPts val="2899"/>
              </a:lnSpc>
            </a:pPr>
            <a:r>
              <a:rPr lang="en-US" sz="2499" b="true">
                <a:solidFill>
                  <a:srgbClr val="000000"/>
                </a:solidFill>
                <a:latin typeface="Fira Sans Bold"/>
                <a:ea typeface="Fira Sans Bold"/>
                <a:cs typeface="Fira Sans Bold"/>
                <a:sym typeface="Fira Sans Bold"/>
              </a:rPr>
              <a:t>P</a:t>
            </a:r>
            <a:r>
              <a:rPr lang="en-US" b="true" sz="2499">
                <a:solidFill>
                  <a:srgbClr val="000000"/>
                </a:solidFill>
                <a:latin typeface="Fira Sans Bold"/>
                <a:ea typeface="Fira Sans Bold"/>
                <a:cs typeface="Fira Sans Bold"/>
                <a:sym typeface="Fira Sans Bold"/>
              </a:rPr>
              <a:t>roduksi Konten Kreatif</a:t>
            </a:r>
          </a:p>
        </p:txBody>
      </p:sp>
      <p:sp>
        <p:nvSpPr>
          <p:cNvPr name="!!S6_Shp47" id="47"/>
          <p:cNvSpPr txBox="true"/>
          <p:nvPr/>
        </p:nvSpPr>
        <p:spPr>
          <a:xfrm rot="0">
            <a:off x="2721785" y="4469128"/>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
        <p:nvSpPr>
          <p:cNvPr name="!!S6_Shp48" id="48"/>
          <p:cNvSpPr txBox="true"/>
          <p:nvPr/>
        </p:nvSpPr>
        <p:spPr>
          <a:xfrm rot="0">
            <a:off x="6163785" y="4469128"/>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
        <p:nvSpPr>
          <p:cNvPr name="!!S6_Shp49" id="49"/>
          <p:cNvSpPr txBox="true"/>
          <p:nvPr/>
        </p:nvSpPr>
        <p:spPr>
          <a:xfrm rot="0">
            <a:off x="9601538" y="4471991"/>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
        <p:nvSpPr>
          <p:cNvPr name="!!S6_Shp50" id="50"/>
          <p:cNvSpPr txBox="true"/>
          <p:nvPr/>
        </p:nvSpPr>
        <p:spPr>
          <a:xfrm rot="0">
            <a:off x="13039292" y="4474855"/>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
        <p:nvSpPr>
          <p:cNvPr name="!!S7_Shp3" id="150"/>
          <p:cNvSpPr/>
          <p:nvPr/>
        </p:nvSpPr>
        <p:spPr>
          <a:xfrm flipH="false" flipV="false" rot="0">
            <a:off x="13964798" y="12808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7_Shp4" id="151"/>
          <p:cNvSpPr/>
          <p:nvPr/>
        </p:nvSpPr>
        <p:spPr>
          <a:xfrm flipH="false" flipV="false" rot="0">
            <a:off x="21622398"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7_Shp5" id="152"/>
          <p:cNvSpPr/>
          <p:nvPr/>
        </p:nvSpPr>
        <p:spPr>
          <a:xfrm flipH="false" flipV="false" rot="0">
            <a:off x="15296002" y="13118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7_Shp6" id="153"/>
          <p:cNvSpPr/>
          <p:nvPr/>
        </p:nvSpPr>
        <p:spPr>
          <a:xfrm flipH="false" flipV="false" rot="0">
            <a:off x="21953602" y="-385591"/>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7_Shp11" id="154"/>
          <p:cNvGrpSpPr/>
          <p:nvPr/>
        </p:nvGrpSpPr>
        <p:grpSpPr>
          <a:xfrm rot="0">
            <a:off x="23066891" y="13575676"/>
            <a:ext cx="8608163" cy="967463"/>
            <a:chOff x="0" y="0"/>
            <a:chExt cx="2267170" cy="254805"/>
          </a:xfrm>
        </p:grpSpPr>
        <p:sp>
          <p:nvSpPr>
            <p:cNvPr name="Freeform 12" id="12"/>
            <p:cNvSpPr/>
            <p:nvPr/>
          </p:nvSpPr>
          <p:spPr>
            <a:xfrm flipH="false" flipV="false" rot="0">
              <a:off x="0" y="0"/>
              <a:ext cx="2267171" cy="254805"/>
            </a:xfrm>
            <a:custGeom>
              <a:avLst/>
              <a:gdLst/>
              <a:ahLst/>
              <a:cxnLst/>
              <a:rect r="r" b="b" t="t" l="l"/>
              <a:pathLst>
                <a:path h="254805" w="2267171">
                  <a:moveTo>
                    <a:pt x="11692" y="0"/>
                  </a:moveTo>
                  <a:lnTo>
                    <a:pt x="2255479" y="0"/>
                  </a:lnTo>
                  <a:cubicBezTo>
                    <a:pt x="2261936" y="0"/>
                    <a:pt x="2267171" y="5235"/>
                    <a:pt x="2267171" y="11692"/>
                  </a:cubicBezTo>
                  <a:lnTo>
                    <a:pt x="2267171" y="243113"/>
                  </a:lnTo>
                  <a:cubicBezTo>
                    <a:pt x="2267171" y="246214"/>
                    <a:pt x="2265939" y="249188"/>
                    <a:pt x="2263746" y="251381"/>
                  </a:cubicBezTo>
                  <a:cubicBezTo>
                    <a:pt x="2261553" y="253573"/>
                    <a:pt x="2258580" y="254805"/>
                    <a:pt x="2255479" y="254805"/>
                  </a:cubicBezTo>
                  <a:lnTo>
                    <a:pt x="11692" y="254805"/>
                  </a:lnTo>
                  <a:cubicBezTo>
                    <a:pt x="5235" y="254805"/>
                    <a:pt x="0" y="249571"/>
                    <a:pt x="0" y="243113"/>
                  </a:cubicBezTo>
                  <a:lnTo>
                    <a:pt x="0" y="11692"/>
                  </a:lnTo>
                  <a:cubicBezTo>
                    <a:pt x="0" y="5235"/>
                    <a:pt x="5235" y="0"/>
                    <a:pt x="11692"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3" id="13"/>
            <p:cNvSpPr txBox="true"/>
            <p:nvPr/>
          </p:nvSpPr>
          <p:spPr>
            <a:xfrm>
              <a:off x="0" y="-47625"/>
              <a:ext cx="2267170" cy="302430"/>
            </a:xfrm>
            <a:prstGeom prst="rect">
              <a:avLst/>
            </a:prstGeom>
          </p:spPr>
          <p:txBody>
            <a:bodyPr anchor="ctr" rtlCol="false" tIns="50800" lIns="50800" bIns="50800" rIns="50800"/>
            <a:lstStyle/>
            <a:p>
              <a:pPr algn="ctr">
                <a:lnSpc>
                  <a:spcPts val="2800"/>
                </a:lnSpc>
              </a:pPr>
            </a:p>
          </p:txBody>
        </p:sp>
      </p:grpSp>
      <p:grpSp>
        <p:nvGrpSpPr>
          <p:cNvPr name="!!S7_Shp14" id="155"/>
          <p:cNvGrpSpPr/>
          <p:nvPr/>
        </p:nvGrpSpPr>
        <p:grpSpPr>
          <a:xfrm rot="0">
            <a:off x="20463459" y="13581001"/>
            <a:ext cx="3442000" cy="962138"/>
            <a:chOff x="0" y="0"/>
            <a:chExt cx="906535" cy="253403"/>
          </a:xfrm>
        </p:grpSpPr>
        <p:sp>
          <p:nvSpPr>
            <p:cNvPr name="Freeform 15" id="15"/>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16" id="16"/>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grpSp>
        <p:nvGrpSpPr>
          <p:cNvPr name="!!S7_Shp17" id="156"/>
          <p:cNvGrpSpPr/>
          <p:nvPr/>
        </p:nvGrpSpPr>
        <p:grpSpPr>
          <a:xfrm rot="0">
            <a:off x="20462839" y="13753876"/>
            <a:ext cx="8415298" cy="967463"/>
            <a:chOff x="0" y="0"/>
            <a:chExt cx="2216375" cy="254805"/>
          </a:xfrm>
        </p:grpSpPr>
        <p:sp>
          <p:nvSpPr>
            <p:cNvPr name="Freeform 18" id="18"/>
            <p:cNvSpPr/>
            <p:nvPr/>
          </p:nvSpPr>
          <p:spPr>
            <a:xfrm flipH="false" flipV="false" rot="0">
              <a:off x="0" y="0"/>
              <a:ext cx="2216375" cy="254805"/>
            </a:xfrm>
            <a:custGeom>
              <a:avLst/>
              <a:gdLst/>
              <a:ahLst/>
              <a:cxnLst/>
              <a:rect r="r" b="b" t="t" l="l"/>
              <a:pathLst>
                <a:path h="254805" w="2216375">
                  <a:moveTo>
                    <a:pt x="11960" y="0"/>
                  </a:moveTo>
                  <a:lnTo>
                    <a:pt x="2204415" y="0"/>
                  </a:lnTo>
                  <a:cubicBezTo>
                    <a:pt x="2207587" y="0"/>
                    <a:pt x="2210629" y="1260"/>
                    <a:pt x="2212872" y="3503"/>
                  </a:cubicBezTo>
                  <a:cubicBezTo>
                    <a:pt x="2215115" y="5746"/>
                    <a:pt x="2216375" y="8788"/>
                    <a:pt x="2216375" y="11960"/>
                  </a:cubicBezTo>
                  <a:lnTo>
                    <a:pt x="2216375" y="242845"/>
                  </a:lnTo>
                  <a:cubicBezTo>
                    <a:pt x="2216375" y="249451"/>
                    <a:pt x="2211020" y="254805"/>
                    <a:pt x="2204415" y="254805"/>
                  </a:cubicBezTo>
                  <a:lnTo>
                    <a:pt x="11960" y="254805"/>
                  </a:lnTo>
                  <a:cubicBezTo>
                    <a:pt x="5355" y="254805"/>
                    <a:pt x="0" y="249451"/>
                    <a:pt x="0" y="242845"/>
                  </a:cubicBezTo>
                  <a:lnTo>
                    <a:pt x="0" y="11960"/>
                  </a:lnTo>
                  <a:cubicBezTo>
                    <a:pt x="0" y="5355"/>
                    <a:pt x="5355" y="0"/>
                    <a:pt x="11960"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9" id="19"/>
            <p:cNvSpPr txBox="true"/>
            <p:nvPr/>
          </p:nvSpPr>
          <p:spPr>
            <a:xfrm>
              <a:off x="0" y="-47625"/>
              <a:ext cx="2216375" cy="302430"/>
            </a:xfrm>
            <a:prstGeom prst="rect">
              <a:avLst/>
            </a:prstGeom>
          </p:spPr>
          <p:txBody>
            <a:bodyPr anchor="ctr" rtlCol="false" tIns="50800" lIns="50800" bIns="50800" rIns="50800"/>
            <a:lstStyle/>
            <a:p>
              <a:pPr algn="ctr">
                <a:lnSpc>
                  <a:spcPts val="2800"/>
                </a:lnSpc>
              </a:pPr>
            </a:p>
          </p:txBody>
        </p:sp>
      </p:grpSp>
      <p:grpSp>
        <p:nvGrpSpPr>
          <p:cNvPr name="!!S7_Shp20" id="157"/>
          <p:cNvGrpSpPr/>
          <p:nvPr/>
        </p:nvGrpSpPr>
        <p:grpSpPr>
          <a:xfrm rot="0">
            <a:off x="28233054" y="13753876"/>
            <a:ext cx="3442000" cy="962138"/>
            <a:chOff x="0" y="0"/>
            <a:chExt cx="906535" cy="253403"/>
          </a:xfrm>
        </p:grpSpPr>
        <p:sp>
          <p:nvSpPr>
            <p:cNvPr name="Freeform 21" id="21"/>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22" id="22"/>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grpSp>
        <p:nvGrpSpPr>
          <p:cNvPr name="!!S7_Shp23" id="158"/>
          <p:cNvGrpSpPr/>
          <p:nvPr/>
        </p:nvGrpSpPr>
        <p:grpSpPr>
          <a:xfrm rot="0">
            <a:off x="22938314" y="12842085"/>
            <a:ext cx="8736739" cy="967463"/>
            <a:chOff x="0" y="0"/>
            <a:chExt cx="2301034" cy="254805"/>
          </a:xfrm>
        </p:grpSpPr>
        <p:sp>
          <p:nvSpPr>
            <p:cNvPr name="Freeform 24" id="24"/>
            <p:cNvSpPr/>
            <p:nvPr/>
          </p:nvSpPr>
          <p:spPr>
            <a:xfrm flipH="false" flipV="false" rot="0">
              <a:off x="0" y="0"/>
              <a:ext cx="2301034" cy="254805"/>
            </a:xfrm>
            <a:custGeom>
              <a:avLst/>
              <a:gdLst/>
              <a:ahLst/>
              <a:cxnLst/>
              <a:rect r="r" b="b" t="t" l="l"/>
              <a:pathLst>
                <a:path h="254805" w="2301034">
                  <a:moveTo>
                    <a:pt x="11520" y="0"/>
                  </a:moveTo>
                  <a:lnTo>
                    <a:pt x="2289515" y="0"/>
                  </a:lnTo>
                  <a:cubicBezTo>
                    <a:pt x="2295877" y="0"/>
                    <a:pt x="2301034" y="5158"/>
                    <a:pt x="2301034" y="11520"/>
                  </a:cubicBezTo>
                  <a:lnTo>
                    <a:pt x="2301034" y="243285"/>
                  </a:lnTo>
                  <a:cubicBezTo>
                    <a:pt x="2301034" y="246341"/>
                    <a:pt x="2299821" y="249271"/>
                    <a:pt x="2297660" y="251431"/>
                  </a:cubicBezTo>
                  <a:cubicBezTo>
                    <a:pt x="2295500" y="253592"/>
                    <a:pt x="2292570" y="254805"/>
                    <a:pt x="2289515" y="254805"/>
                  </a:cubicBezTo>
                  <a:lnTo>
                    <a:pt x="11520" y="254805"/>
                  </a:lnTo>
                  <a:cubicBezTo>
                    <a:pt x="8465" y="254805"/>
                    <a:pt x="5534" y="253592"/>
                    <a:pt x="3374" y="251431"/>
                  </a:cubicBezTo>
                  <a:cubicBezTo>
                    <a:pt x="1214" y="249271"/>
                    <a:pt x="0" y="246341"/>
                    <a:pt x="0" y="243285"/>
                  </a:cubicBezTo>
                  <a:lnTo>
                    <a:pt x="0" y="11520"/>
                  </a:lnTo>
                  <a:cubicBezTo>
                    <a:pt x="0" y="8465"/>
                    <a:pt x="1214" y="5534"/>
                    <a:pt x="3374" y="3374"/>
                  </a:cubicBezTo>
                  <a:cubicBezTo>
                    <a:pt x="5534" y="1214"/>
                    <a:pt x="8465" y="0"/>
                    <a:pt x="11520"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5" id="25"/>
            <p:cNvSpPr txBox="true"/>
            <p:nvPr/>
          </p:nvSpPr>
          <p:spPr>
            <a:xfrm>
              <a:off x="0" y="-47625"/>
              <a:ext cx="2301034" cy="302430"/>
            </a:xfrm>
            <a:prstGeom prst="rect">
              <a:avLst/>
            </a:prstGeom>
          </p:spPr>
          <p:txBody>
            <a:bodyPr anchor="ctr" rtlCol="false" tIns="50800" lIns="50800" bIns="50800" rIns="50800"/>
            <a:lstStyle/>
            <a:p>
              <a:pPr algn="ctr">
                <a:lnSpc>
                  <a:spcPts val="2800"/>
                </a:lnSpc>
              </a:pPr>
            </a:p>
          </p:txBody>
        </p:sp>
      </p:grpSp>
      <p:grpSp>
        <p:nvGrpSpPr>
          <p:cNvPr name="!!S7_Shp26" id="159"/>
          <p:cNvGrpSpPr/>
          <p:nvPr/>
        </p:nvGrpSpPr>
        <p:grpSpPr>
          <a:xfrm rot="0">
            <a:off x="20463459" y="12847410"/>
            <a:ext cx="3442000" cy="962138"/>
            <a:chOff x="0" y="0"/>
            <a:chExt cx="906535" cy="253403"/>
          </a:xfrm>
        </p:grpSpPr>
        <p:sp>
          <p:nvSpPr>
            <p:cNvPr name="Freeform 27" id="27"/>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28" id="28"/>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grpSp>
        <p:nvGrpSpPr>
          <p:cNvPr name="!!S7_Shp29" id="160"/>
          <p:cNvGrpSpPr/>
          <p:nvPr/>
        </p:nvGrpSpPr>
        <p:grpSpPr>
          <a:xfrm rot="0">
            <a:off x="20462839" y="13020285"/>
            <a:ext cx="8680658" cy="967463"/>
            <a:chOff x="0" y="0"/>
            <a:chExt cx="2286264" cy="254805"/>
          </a:xfrm>
        </p:grpSpPr>
        <p:sp>
          <p:nvSpPr>
            <p:cNvPr name="Freeform 30" id="30"/>
            <p:cNvSpPr/>
            <p:nvPr/>
          </p:nvSpPr>
          <p:spPr>
            <a:xfrm flipH="false" flipV="false" rot="0">
              <a:off x="0" y="0"/>
              <a:ext cx="2286264" cy="254805"/>
            </a:xfrm>
            <a:custGeom>
              <a:avLst/>
              <a:gdLst/>
              <a:ahLst/>
              <a:cxnLst/>
              <a:rect r="r" b="b" t="t" l="l"/>
              <a:pathLst>
                <a:path h="254805" w="2286264">
                  <a:moveTo>
                    <a:pt x="11594" y="0"/>
                  </a:moveTo>
                  <a:lnTo>
                    <a:pt x="2274670" y="0"/>
                  </a:lnTo>
                  <a:cubicBezTo>
                    <a:pt x="2281073" y="0"/>
                    <a:pt x="2286264" y="5191"/>
                    <a:pt x="2286264" y="11594"/>
                  </a:cubicBezTo>
                  <a:lnTo>
                    <a:pt x="2286264" y="243211"/>
                  </a:lnTo>
                  <a:cubicBezTo>
                    <a:pt x="2286264" y="246286"/>
                    <a:pt x="2285043" y="249235"/>
                    <a:pt x="2282868" y="251409"/>
                  </a:cubicBezTo>
                  <a:cubicBezTo>
                    <a:pt x="2280694" y="253584"/>
                    <a:pt x="2277745" y="254805"/>
                    <a:pt x="2274670" y="254805"/>
                  </a:cubicBezTo>
                  <a:lnTo>
                    <a:pt x="11594" y="254805"/>
                  </a:lnTo>
                  <a:cubicBezTo>
                    <a:pt x="5191" y="254805"/>
                    <a:pt x="0" y="249614"/>
                    <a:pt x="0" y="243211"/>
                  </a:cubicBezTo>
                  <a:lnTo>
                    <a:pt x="0" y="11594"/>
                  </a:lnTo>
                  <a:cubicBezTo>
                    <a:pt x="0" y="8519"/>
                    <a:pt x="1222" y="5570"/>
                    <a:pt x="3396" y="3396"/>
                  </a:cubicBezTo>
                  <a:cubicBezTo>
                    <a:pt x="5570" y="1222"/>
                    <a:pt x="8519" y="0"/>
                    <a:pt x="11594"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1" id="31"/>
            <p:cNvSpPr txBox="true"/>
            <p:nvPr/>
          </p:nvSpPr>
          <p:spPr>
            <a:xfrm>
              <a:off x="0" y="-47625"/>
              <a:ext cx="2286264" cy="302430"/>
            </a:xfrm>
            <a:prstGeom prst="rect">
              <a:avLst/>
            </a:prstGeom>
          </p:spPr>
          <p:txBody>
            <a:bodyPr anchor="ctr" rtlCol="false" tIns="50800" lIns="50800" bIns="50800" rIns="50800"/>
            <a:lstStyle/>
            <a:p>
              <a:pPr algn="ctr">
                <a:lnSpc>
                  <a:spcPts val="2800"/>
                </a:lnSpc>
              </a:pPr>
            </a:p>
          </p:txBody>
        </p:sp>
      </p:grpSp>
      <p:grpSp>
        <p:nvGrpSpPr>
          <p:cNvPr name="!!S7_Shp32" id="161"/>
          <p:cNvGrpSpPr/>
          <p:nvPr/>
        </p:nvGrpSpPr>
        <p:grpSpPr>
          <a:xfrm rot="0">
            <a:off x="28233054" y="13020285"/>
            <a:ext cx="3442000" cy="962138"/>
            <a:chOff x="0" y="0"/>
            <a:chExt cx="906535" cy="253403"/>
          </a:xfrm>
        </p:grpSpPr>
        <p:sp>
          <p:nvSpPr>
            <p:cNvPr name="Freeform 33" id="33"/>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34" id="34"/>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sp>
        <p:nvSpPr>
          <p:cNvPr name="!!S7_Shp35" id="162"/>
          <p:cNvSpPr/>
          <p:nvPr/>
        </p:nvSpPr>
        <p:spPr>
          <a:xfrm flipH="false" flipV="false" rot="0">
            <a:off x="22134644" y="3108025"/>
            <a:ext cx="2115360" cy="1061526"/>
          </a:xfrm>
          <a:custGeom>
            <a:avLst/>
            <a:gdLst/>
            <a:ahLst/>
            <a:cxnLst/>
            <a:rect r="r" b="b" t="t" l="l"/>
            <a:pathLst>
              <a:path h="1061526" w="2115360">
                <a:moveTo>
                  <a:pt x="0" y="0"/>
                </a:moveTo>
                <a:lnTo>
                  <a:pt x="2115360" y="0"/>
                </a:lnTo>
                <a:lnTo>
                  <a:pt x="2115360" y="1061526"/>
                </a:lnTo>
                <a:lnTo>
                  <a:pt x="0" y="1061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7_Shp36" id="163"/>
          <p:cNvSpPr/>
          <p:nvPr/>
        </p:nvSpPr>
        <p:spPr>
          <a:xfrm flipH="false" flipV="true" rot="0">
            <a:off x="21890654" y="3108025"/>
            <a:ext cx="2115360" cy="1061526"/>
          </a:xfrm>
          <a:custGeom>
            <a:avLst/>
            <a:gdLst/>
            <a:ahLst/>
            <a:cxnLst/>
            <a:rect r="r" b="b" t="t" l="l"/>
            <a:pathLst>
              <a:path h="1061526" w="2115360">
                <a:moveTo>
                  <a:pt x="0" y="1061526"/>
                </a:moveTo>
                <a:lnTo>
                  <a:pt x="2115361" y="1061526"/>
                </a:lnTo>
                <a:lnTo>
                  <a:pt x="2115361" y="0"/>
                </a:lnTo>
                <a:lnTo>
                  <a:pt x="0" y="0"/>
                </a:lnTo>
                <a:lnTo>
                  <a:pt x="0" y="1061526"/>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7_Shp37" id="164"/>
          <p:cNvSpPr/>
          <p:nvPr/>
        </p:nvSpPr>
        <p:spPr>
          <a:xfrm flipH="false" flipV="false" rot="5400000">
            <a:off x="17101993" y="13439210"/>
            <a:ext cx="1554855" cy="740676"/>
          </a:xfrm>
          <a:custGeom>
            <a:avLst/>
            <a:gdLst/>
            <a:ahLst/>
            <a:cxnLst/>
            <a:rect r="r" b="b" t="t" l="l"/>
            <a:pathLst>
              <a:path h="740676" w="1554855">
                <a:moveTo>
                  <a:pt x="0" y="0"/>
                </a:moveTo>
                <a:lnTo>
                  <a:pt x="1554855" y="0"/>
                </a:lnTo>
                <a:lnTo>
                  <a:pt x="1554855" y="740676"/>
                </a:lnTo>
                <a:lnTo>
                  <a:pt x="0" y="740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7_Shp38" id="165"/>
          <p:cNvSpPr txBox="true"/>
          <p:nvPr/>
        </p:nvSpPr>
        <p:spPr>
          <a:xfrm rot="0">
            <a:off x="22122385" y="3047507"/>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KONTEN</a:t>
            </a:r>
          </a:p>
        </p:txBody>
      </p:sp>
      <p:sp>
        <p:nvSpPr>
          <p:cNvPr name="!!S7_Shp41" id="166"/>
          <p:cNvSpPr txBox="true"/>
          <p:nvPr/>
        </p:nvSpPr>
        <p:spPr>
          <a:xfrm rot="0">
            <a:off x="22121764" y="1834244"/>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BIDANG</a:t>
            </a:r>
          </a:p>
        </p:txBody>
      </p:sp>
      <p:sp>
        <p:nvSpPr>
          <p:cNvPr name="!!S7_Shp42" id="167"/>
          <p:cNvSpPr txBox="true"/>
          <p:nvPr/>
        </p:nvSpPr>
        <p:spPr>
          <a:xfrm rot="0">
            <a:off x="20463459" y="12920971"/>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Edukasi</a:t>
            </a:r>
          </a:p>
        </p:txBody>
      </p:sp>
      <p:sp>
        <p:nvSpPr>
          <p:cNvPr name="!!S7_Shp43" id="168"/>
          <p:cNvSpPr txBox="true"/>
          <p:nvPr/>
        </p:nvSpPr>
        <p:spPr>
          <a:xfrm rot="0">
            <a:off x="24043769" y="12900333"/>
            <a:ext cx="7394949"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enyampaikan informasi secara menarik dan mudah dipahami.</a:t>
            </a:r>
          </a:p>
        </p:txBody>
      </p:sp>
      <p:sp>
        <p:nvSpPr>
          <p:cNvPr name="!!S7_Shp44" id="169"/>
          <p:cNvSpPr txBox="true"/>
          <p:nvPr/>
        </p:nvSpPr>
        <p:spPr>
          <a:xfrm rot="0">
            <a:off x="28315704" y="13070865"/>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Produk</a:t>
            </a:r>
          </a:p>
        </p:txBody>
      </p:sp>
      <p:sp>
        <p:nvSpPr>
          <p:cNvPr name="!!S7_Shp45" id="170"/>
          <p:cNvSpPr txBox="true"/>
          <p:nvPr/>
        </p:nvSpPr>
        <p:spPr>
          <a:xfrm rot="0">
            <a:off x="20907546" y="13073296"/>
            <a:ext cx="7059794" cy="349250"/>
          </a:xfrm>
          <a:prstGeom prst="rect">
            <a:avLst/>
          </a:prstGeom>
        </p:spPr>
        <p:txBody>
          <a:bodyPr anchor="t" rtlCol="false" tIns="0" lIns="0" bIns="0" rIns="0">
            <a:spAutoFit/>
          </a:bodyPr>
          <a:lstStyle/>
          <a:p>
            <a:pPr algn="r">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enampilkan keunggulan produk secara kreatif.</a:t>
            </a:r>
          </a:p>
        </p:txBody>
      </p:sp>
      <p:sp>
        <p:nvSpPr>
          <p:cNvPr name="!!S7_Shp46" id="171"/>
          <p:cNvSpPr txBox="true"/>
          <p:nvPr/>
        </p:nvSpPr>
        <p:spPr>
          <a:xfrm rot="0">
            <a:off x="20463459" y="13131629"/>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Gaya Hidup</a:t>
            </a:r>
          </a:p>
        </p:txBody>
      </p:sp>
      <p:sp>
        <p:nvSpPr>
          <p:cNvPr name="!!S7_Shp47" id="172"/>
          <p:cNvSpPr txBox="true"/>
          <p:nvPr/>
        </p:nvSpPr>
        <p:spPr>
          <a:xfrm rot="0">
            <a:off x="24043769" y="13110992"/>
            <a:ext cx="7394949"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embahas aktivitas dan inspirasi sehari-hari.</a:t>
            </a:r>
          </a:p>
        </p:txBody>
      </p:sp>
      <p:sp>
        <p:nvSpPr>
          <p:cNvPr name="!!S7_Shp48" id="173"/>
          <p:cNvSpPr txBox="true"/>
          <p:nvPr/>
        </p:nvSpPr>
        <p:spPr>
          <a:xfrm rot="0">
            <a:off x="28315704" y="13323898"/>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UMKM</a:t>
            </a:r>
          </a:p>
        </p:txBody>
      </p:sp>
      <p:sp>
        <p:nvSpPr>
          <p:cNvPr name="!!S7_Shp49" id="174"/>
          <p:cNvSpPr txBox="true"/>
          <p:nvPr/>
        </p:nvSpPr>
        <p:spPr>
          <a:xfrm rot="0">
            <a:off x="20907546" y="13326329"/>
            <a:ext cx="7059794" cy="349250"/>
          </a:xfrm>
          <a:prstGeom prst="rect">
            <a:avLst/>
          </a:prstGeom>
        </p:spPr>
        <p:txBody>
          <a:bodyPr anchor="t" rtlCol="false" tIns="0" lIns="0" bIns="0" rIns="0">
            <a:spAutoFit/>
          </a:bodyPr>
          <a:lstStyle/>
          <a:p>
            <a:pPr algn="r">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endukung promosi usaha melalui konten digital.</a:t>
            </a:r>
          </a:p>
        </p:txBody>
      </p:sp>
      <p:sp>
        <p:nvSpPr>
          <p:cNvPr name="!!S7_Shp50" id="175"/>
          <p:cNvSpPr/>
          <p:nvPr/>
        </p:nvSpPr>
        <p:spPr>
          <a:xfrm flipH="false" flipV="false" rot="5400000">
            <a:off x="17989948" y="13439210"/>
            <a:ext cx="1554855" cy="740676"/>
          </a:xfrm>
          <a:custGeom>
            <a:avLst/>
            <a:gdLst/>
            <a:ahLst/>
            <a:cxnLst/>
            <a:rect r="r" b="b" t="t" l="l"/>
            <a:pathLst>
              <a:path h="740676" w="1554855">
                <a:moveTo>
                  <a:pt x="0" y="0"/>
                </a:moveTo>
                <a:lnTo>
                  <a:pt x="1554855" y="0"/>
                </a:lnTo>
                <a:lnTo>
                  <a:pt x="1554855" y="740676"/>
                </a:lnTo>
                <a:lnTo>
                  <a:pt x="0" y="740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S5_Shp7" id="176"/>
          <p:cNvGrpSpPr/>
          <p:nvPr/>
        </p:nvGrpSpPr>
        <p:grpSpPr>
          <a:xfrm rot="0">
            <a:off x="-7835329" y="-13467795"/>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sp>
        <p:nvSpPr>
          <p:cNvPr name="!!S5_Shp10" id="177"/>
          <p:cNvSpPr/>
          <p:nvPr/>
        </p:nvSpPr>
        <p:spPr>
          <a:xfrm>
            <a:off x="-16874130" y="6397424"/>
            <a:ext cx="12796771" cy="9525"/>
          </a:xfrm>
          <a:prstGeom prst="line">
            <a:avLst/>
          </a:prstGeom>
          <a:ln cap="flat" w="19050">
            <a:solidFill>
              <a:srgbClr val="165325"/>
            </a:solidFill>
            <a:prstDash val="solid"/>
            <a:headEnd type="none" len="sm" w="sm"/>
            <a:tailEnd type="none" len="sm" w="sm"/>
          </a:ln>
        </p:spPr>
        <p:txBody>
          <a:bodyPr/>
          <a:p/>
        </p:txBody>
      </p:sp>
      <p:grpSp>
        <p:nvGrpSpPr>
          <p:cNvPr name="!!S5_Shp11" id="178"/>
          <p:cNvGrpSpPr/>
          <p:nvPr/>
        </p:nvGrpSpPr>
        <p:grpSpPr>
          <a:xfrm rot="0">
            <a:off x="-5870669" y="5780862"/>
            <a:ext cx="1072909" cy="852761"/>
            <a:chOff x="0" y="0"/>
            <a:chExt cx="282577" cy="224595"/>
          </a:xfrm>
        </p:grpSpPr>
        <p:sp>
          <p:nvSpPr>
            <p:cNvPr name="Freeform 12" id="12"/>
            <p:cNvSpPr/>
            <p:nvPr/>
          </p:nvSpPr>
          <p:spPr>
            <a:xfrm flipH="false" flipV="false" rot="0">
              <a:off x="0" y="0"/>
              <a:ext cx="282577" cy="224595"/>
            </a:xfrm>
            <a:custGeom>
              <a:avLst/>
              <a:gdLst/>
              <a:ahLst/>
              <a:cxnLst/>
              <a:rect r="r" b="b" t="t" l="l"/>
              <a:pathLst>
                <a:path h="224595" w="282577">
                  <a:moveTo>
                    <a:pt x="93806" y="0"/>
                  </a:moveTo>
                  <a:lnTo>
                    <a:pt x="188771" y="0"/>
                  </a:lnTo>
                  <a:cubicBezTo>
                    <a:pt x="240579" y="0"/>
                    <a:pt x="282577" y="41998"/>
                    <a:pt x="282577" y="93806"/>
                  </a:cubicBezTo>
                  <a:lnTo>
                    <a:pt x="282577" y="130790"/>
                  </a:lnTo>
                  <a:cubicBezTo>
                    <a:pt x="282577" y="155669"/>
                    <a:pt x="272694" y="179528"/>
                    <a:pt x="255102" y="197120"/>
                  </a:cubicBezTo>
                  <a:cubicBezTo>
                    <a:pt x="237510" y="214712"/>
                    <a:pt x="213650" y="224595"/>
                    <a:pt x="188771" y="224595"/>
                  </a:cubicBezTo>
                  <a:lnTo>
                    <a:pt x="93806" y="224595"/>
                  </a:lnTo>
                  <a:cubicBezTo>
                    <a:pt x="41998" y="224595"/>
                    <a:pt x="0" y="182597"/>
                    <a:pt x="0" y="130790"/>
                  </a:cubicBezTo>
                  <a:lnTo>
                    <a:pt x="0" y="93806"/>
                  </a:lnTo>
                  <a:cubicBezTo>
                    <a:pt x="0" y="41998"/>
                    <a:pt x="41998" y="0"/>
                    <a:pt x="93806"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282577" cy="272220"/>
            </a:xfrm>
            <a:prstGeom prst="rect">
              <a:avLst/>
            </a:prstGeom>
          </p:spPr>
          <p:txBody>
            <a:bodyPr anchor="ctr" rtlCol="false" tIns="50800" lIns="50800" bIns="50800" rIns="50800"/>
            <a:lstStyle/>
            <a:p>
              <a:pPr algn="ctr">
                <a:lnSpc>
                  <a:spcPts val="2800"/>
                </a:lnSpc>
              </a:pPr>
            </a:p>
          </p:txBody>
        </p:sp>
      </p:grpSp>
      <p:grpSp>
        <p:nvGrpSpPr>
          <p:cNvPr name="!!S5_Shp14" id="179"/>
          <p:cNvGrpSpPr/>
          <p:nvPr/>
        </p:nvGrpSpPr>
        <p:grpSpPr>
          <a:xfrm rot="0">
            <a:off x="-5488827" y="5780862"/>
            <a:ext cx="1072909" cy="852761"/>
            <a:chOff x="0" y="0"/>
            <a:chExt cx="282577" cy="224595"/>
          </a:xfrm>
        </p:grpSpPr>
        <p:sp>
          <p:nvSpPr>
            <p:cNvPr name="Freeform 15" id="15"/>
            <p:cNvSpPr/>
            <p:nvPr/>
          </p:nvSpPr>
          <p:spPr>
            <a:xfrm flipH="false" flipV="false" rot="0">
              <a:off x="0" y="0"/>
              <a:ext cx="282577" cy="224595"/>
            </a:xfrm>
            <a:custGeom>
              <a:avLst/>
              <a:gdLst/>
              <a:ahLst/>
              <a:cxnLst/>
              <a:rect r="r" b="b" t="t" l="l"/>
              <a:pathLst>
                <a:path h="224595" w="282577">
                  <a:moveTo>
                    <a:pt x="93806" y="0"/>
                  </a:moveTo>
                  <a:lnTo>
                    <a:pt x="188771" y="0"/>
                  </a:lnTo>
                  <a:cubicBezTo>
                    <a:pt x="240579" y="0"/>
                    <a:pt x="282577" y="41998"/>
                    <a:pt x="282577" y="93806"/>
                  </a:cubicBezTo>
                  <a:lnTo>
                    <a:pt x="282577" y="130790"/>
                  </a:lnTo>
                  <a:cubicBezTo>
                    <a:pt x="282577" y="155669"/>
                    <a:pt x="272694" y="179528"/>
                    <a:pt x="255102" y="197120"/>
                  </a:cubicBezTo>
                  <a:cubicBezTo>
                    <a:pt x="237510" y="214712"/>
                    <a:pt x="213650" y="224595"/>
                    <a:pt x="188771" y="224595"/>
                  </a:cubicBezTo>
                  <a:lnTo>
                    <a:pt x="93806" y="224595"/>
                  </a:lnTo>
                  <a:cubicBezTo>
                    <a:pt x="41998" y="224595"/>
                    <a:pt x="0" y="182597"/>
                    <a:pt x="0" y="130790"/>
                  </a:cubicBezTo>
                  <a:lnTo>
                    <a:pt x="0" y="93806"/>
                  </a:lnTo>
                  <a:cubicBezTo>
                    <a:pt x="0" y="41998"/>
                    <a:pt x="41998" y="0"/>
                    <a:pt x="93806" y="0"/>
                  </a:cubicBezTo>
                  <a:close/>
                </a:path>
              </a:pathLst>
            </a:custGeom>
            <a:gradFill rotWithShape="true">
              <a:gsLst>
                <a:gs pos="0">
                  <a:srgbClr val="19621D">
                    <a:alpha val="100000"/>
                  </a:srgbClr>
                </a:gs>
                <a:gs pos="100000">
                  <a:srgbClr val="0A3931">
                    <a:alpha val="100000"/>
                  </a:srgbClr>
                </a:gs>
              </a:gsLst>
              <a:lin ang="2700000"/>
            </a:gradFill>
          </p:spPr>
        </p:sp>
        <p:sp>
          <p:nvSpPr>
            <p:cNvPr name="TextBox 16" id="16"/>
            <p:cNvSpPr txBox="true"/>
            <p:nvPr/>
          </p:nvSpPr>
          <p:spPr>
            <a:xfrm>
              <a:off x="0" y="-47625"/>
              <a:ext cx="282577" cy="272220"/>
            </a:xfrm>
            <a:prstGeom prst="rect">
              <a:avLst/>
            </a:prstGeom>
          </p:spPr>
          <p:txBody>
            <a:bodyPr anchor="ctr" rtlCol="false" tIns="50800" lIns="50800" bIns="50800" rIns="50800"/>
            <a:lstStyle/>
            <a:p>
              <a:pPr algn="ctr">
                <a:lnSpc>
                  <a:spcPts val="2800"/>
                </a:lnSpc>
              </a:pPr>
            </a:p>
          </p:txBody>
        </p:sp>
      </p:grpSp>
      <p:grpSp>
        <p:nvGrpSpPr>
          <p:cNvPr name="!!S5_Shp17" id="180"/>
          <p:cNvGrpSpPr/>
          <p:nvPr/>
        </p:nvGrpSpPr>
        <p:grpSpPr>
          <a:xfrm rot="0">
            <a:off x="-5235439" y="5761028"/>
            <a:ext cx="1072909" cy="852761"/>
            <a:chOff x="0" y="0"/>
            <a:chExt cx="282577" cy="224595"/>
          </a:xfrm>
        </p:grpSpPr>
        <p:sp>
          <p:nvSpPr>
            <p:cNvPr name="Freeform 18" id="18"/>
            <p:cNvSpPr/>
            <p:nvPr/>
          </p:nvSpPr>
          <p:spPr>
            <a:xfrm flipH="false" flipV="false" rot="0">
              <a:off x="0" y="0"/>
              <a:ext cx="282577" cy="224595"/>
            </a:xfrm>
            <a:custGeom>
              <a:avLst/>
              <a:gdLst/>
              <a:ahLst/>
              <a:cxnLst/>
              <a:rect r="r" b="b" t="t" l="l"/>
              <a:pathLst>
                <a:path h="224595" w="282577">
                  <a:moveTo>
                    <a:pt x="93806" y="0"/>
                  </a:moveTo>
                  <a:lnTo>
                    <a:pt x="188771" y="0"/>
                  </a:lnTo>
                  <a:cubicBezTo>
                    <a:pt x="240579" y="0"/>
                    <a:pt x="282577" y="41998"/>
                    <a:pt x="282577" y="93806"/>
                  </a:cubicBezTo>
                  <a:lnTo>
                    <a:pt x="282577" y="130790"/>
                  </a:lnTo>
                  <a:cubicBezTo>
                    <a:pt x="282577" y="155669"/>
                    <a:pt x="272694" y="179528"/>
                    <a:pt x="255102" y="197120"/>
                  </a:cubicBezTo>
                  <a:cubicBezTo>
                    <a:pt x="237510" y="214712"/>
                    <a:pt x="213650" y="224595"/>
                    <a:pt x="188771" y="224595"/>
                  </a:cubicBezTo>
                  <a:lnTo>
                    <a:pt x="93806" y="224595"/>
                  </a:lnTo>
                  <a:cubicBezTo>
                    <a:pt x="41998" y="224595"/>
                    <a:pt x="0" y="182597"/>
                    <a:pt x="0" y="130790"/>
                  </a:cubicBezTo>
                  <a:lnTo>
                    <a:pt x="0" y="93806"/>
                  </a:lnTo>
                  <a:cubicBezTo>
                    <a:pt x="0" y="41998"/>
                    <a:pt x="41998" y="0"/>
                    <a:pt x="93806"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282577" cy="272220"/>
            </a:xfrm>
            <a:prstGeom prst="rect">
              <a:avLst/>
            </a:prstGeom>
          </p:spPr>
          <p:txBody>
            <a:bodyPr anchor="ctr" rtlCol="false" tIns="50800" lIns="50800" bIns="50800" rIns="50800"/>
            <a:lstStyle/>
            <a:p>
              <a:pPr algn="ctr">
                <a:lnSpc>
                  <a:spcPts val="2800"/>
                </a:lnSpc>
              </a:pPr>
            </a:p>
          </p:txBody>
        </p:sp>
      </p:grpSp>
      <p:sp>
        <p:nvSpPr>
          <p:cNvPr name="!!S5_Shp20" id="181"/>
          <p:cNvSpPr/>
          <p:nvPr/>
        </p:nvSpPr>
        <p:spPr>
          <a:xfrm flipH="false" flipV="false" rot="-5400000">
            <a:off x="-8463300" y="-4199301"/>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5_Shp21" id="182"/>
          <p:cNvSpPr/>
          <p:nvPr/>
        </p:nvSpPr>
        <p:spPr>
          <a:xfrm flipH="false" flipV="false" rot="-5400000">
            <a:off x="-8463300" y="-4199301"/>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5_Shp22" id="183"/>
          <p:cNvSpPr/>
          <p:nvPr/>
        </p:nvSpPr>
        <p:spPr>
          <a:xfrm flipH="false" flipV="false" rot="-5400000">
            <a:off x="-8463300" y="9098574"/>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5_Shp23" id="184"/>
          <p:cNvSpPr/>
          <p:nvPr/>
        </p:nvSpPr>
        <p:spPr>
          <a:xfrm flipH="false" flipV="false" rot="0">
            <a:off x="-5597242" y="8430821"/>
            <a:ext cx="1561930" cy="1226825"/>
          </a:xfrm>
          <a:custGeom>
            <a:avLst/>
            <a:gdLst/>
            <a:ahLst/>
            <a:cxnLst/>
            <a:rect r="r" b="b" t="t" l="l"/>
            <a:pathLst>
              <a:path h="1226825" w="1561930">
                <a:moveTo>
                  <a:pt x="0" y="0"/>
                </a:moveTo>
                <a:lnTo>
                  <a:pt x="1561930" y="0"/>
                </a:lnTo>
                <a:lnTo>
                  <a:pt x="1561930" y="1226825"/>
                </a:lnTo>
                <a:lnTo>
                  <a:pt x="0" y="12268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5_Shp24" id="185"/>
          <p:cNvSpPr/>
          <p:nvPr/>
        </p:nvSpPr>
        <p:spPr>
          <a:xfrm flipH="false" flipV="false" rot="0">
            <a:off x="-6451405" y="-4265371"/>
            <a:ext cx="2303058" cy="2265371"/>
          </a:xfrm>
          <a:custGeom>
            <a:avLst/>
            <a:gdLst/>
            <a:ahLst/>
            <a:cxnLst/>
            <a:rect r="r" b="b" t="t" l="l"/>
            <a:pathLst>
              <a:path h="2265371" w="2303058">
                <a:moveTo>
                  <a:pt x="0" y="0"/>
                </a:moveTo>
                <a:lnTo>
                  <a:pt x="2303058" y="0"/>
                </a:lnTo>
                <a:lnTo>
                  <a:pt x="2303058" y="2265371"/>
                </a:lnTo>
                <a:lnTo>
                  <a:pt x="0" y="22653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5_Shp25" id="186"/>
          <p:cNvSpPr/>
          <p:nvPr/>
        </p:nvSpPr>
        <p:spPr>
          <a:xfrm flipH="false" flipV="false" rot="5400000">
            <a:off x="-5638985" y="-2981276"/>
            <a:ext cx="981276" cy="981276"/>
          </a:xfrm>
          <a:custGeom>
            <a:avLst/>
            <a:gdLst/>
            <a:ahLst/>
            <a:cxnLst/>
            <a:rect r="r" b="b" t="t" l="l"/>
            <a:pathLst>
              <a:path h="981276" w="981276">
                <a:moveTo>
                  <a:pt x="0" y="0"/>
                </a:moveTo>
                <a:lnTo>
                  <a:pt x="981276" y="0"/>
                </a:lnTo>
                <a:lnTo>
                  <a:pt x="981276" y="981276"/>
                </a:lnTo>
                <a:lnTo>
                  <a:pt x="0" y="98127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S5_Shp26" id="187"/>
          <p:cNvSpPr txBox="true"/>
          <p:nvPr/>
        </p:nvSpPr>
        <p:spPr>
          <a:xfrm rot="0">
            <a:off x="-14131294" y="-3122044"/>
            <a:ext cx="9311744"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RIWAYAT </a:t>
            </a:r>
          </a:p>
        </p:txBody>
      </p:sp>
      <p:sp>
        <p:nvSpPr>
          <p:cNvPr name="!!S5_Shp29" id="188"/>
          <p:cNvSpPr txBox="true"/>
          <p:nvPr/>
        </p:nvSpPr>
        <p:spPr>
          <a:xfrm rot="0">
            <a:off x="-8186893" y="7119398"/>
            <a:ext cx="3705357"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SMA Insp</a:t>
            </a:r>
            <a:r>
              <a:rPr lang="en-US" b="true" sz="2499">
                <a:solidFill>
                  <a:srgbClr val="082009"/>
                </a:solidFill>
                <a:latin typeface="Fira Sans Bold"/>
                <a:ea typeface="Fira Sans Bold"/>
                <a:cs typeface="Fira Sans Bold"/>
                <a:sym typeface="Fira Sans Bold"/>
              </a:rPr>
              <a:t>irasi Bangsa</a:t>
            </a:r>
          </a:p>
        </p:txBody>
      </p:sp>
      <p:sp>
        <p:nvSpPr>
          <p:cNvPr name="!!S5_Shp30" id="189"/>
          <p:cNvSpPr txBox="true"/>
          <p:nvPr/>
        </p:nvSpPr>
        <p:spPr>
          <a:xfrm rot="0">
            <a:off x="-8186893" y="7561696"/>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2018-2021</a:t>
            </a:r>
          </a:p>
        </p:txBody>
      </p:sp>
      <p:sp>
        <p:nvSpPr>
          <p:cNvPr name="!!S5_Shp31" id="190"/>
          <p:cNvSpPr txBox="true"/>
          <p:nvPr/>
        </p:nvSpPr>
        <p:spPr>
          <a:xfrm rot="0">
            <a:off x="-9288700" y="7124923"/>
            <a:ext cx="4672656"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Un</a:t>
            </a:r>
            <a:r>
              <a:rPr lang="en-US" b="true" sz="2499">
                <a:solidFill>
                  <a:srgbClr val="082009"/>
                </a:solidFill>
                <a:latin typeface="Fira Sans Bold"/>
                <a:ea typeface="Fira Sans Bold"/>
                <a:cs typeface="Fira Sans Bold"/>
                <a:sym typeface="Fira Sans Bold"/>
              </a:rPr>
              <a:t>iversitas Utama Bangsa</a:t>
            </a:r>
          </a:p>
        </p:txBody>
      </p:sp>
      <p:sp>
        <p:nvSpPr>
          <p:cNvPr name="!!S5_Shp32" id="191"/>
          <p:cNvSpPr txBox="true"/>
          <p:nvPr/>
        </p:nvSpPr>
        <p:spPr>
          <a:xfrm rot="0">
            <a:off x="-7805051" y="7567221"/>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2021-2025</a:t>
            </a:r>
          </a:p>
        </p:txBody>
      </p:sp>
      <p:sp>
        <p:nvSpPr>
          <p:cNvPr name="!!S5_Shp33" id="192"/>
          <p:cNvSpPr txBox="true"/>
          <p:nvPr/>
        </p:nvSpPr>
        <p:spPr>
          <a:xfrm rot="0">
            <a:off x="-7805051" y="8008546"/>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S1 Ilmu Komunikasi</a:t>
            </a:r>
          </a:p>
        </p:txBody>
      </p:sp>
      <p:sp>
        <p:nvSpPr>
          <p:cNvPr name="!!S5_Shp34" id="193"/>
          <p:cNvSpPr txBox="true"/>
          <p:nvPr/>
        </p:nvSpPr>
        <p:spPr>
          <a:xfrm rot="0">
            <a:off x="-9035312" y="7119398"/>
            <a:ext cx="4672656"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Un</a:t>
            </a:r>
            <a:r>
              <a:rPr lang="en-US" b="true" sz="2499">
                <a:solidFill>
                  <a:srgbClr val="082009"/>
                </a:solidFill>
                <a:latin typeface="Fira Sans Bold"/>
                <a:ea typeface="Fira Sans Bold"/>
                <a:cs typeface="Fira Sans Bold"/>
                <a:sym typeface="Fira Sans Bold"/>
              </a:rPr>
              <a:t>iversitas Utama Bangsa</a:t>
            </a:r>
          </a:p>
        </p:txBody>
      </p:sp>
      <p:sp>
        <p:nvSpPr>
          <p:cNvPr name="!!S5_Shp35" id="194"/>
          <p:cNvSpPr txBox="true"/>
          <p:nvPr/>
        </p:nvSpPr>
        <p:spPr>
          <a:xfrm rot="0">
            <a:off x="-8551663" y="7561209"/>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2025-2028</a:t>
            </a:r>
          </a:p>
        </p:txBody>
      </p:sp>
      <p:sp>
        <p:nvSpPr>
          <p:cNvPr name="!!S5_Shp36" id="195"/>
          <p:cNvSpPr txBox="true"/>
          <p:nvPr/>
        </p:nvSpPr>
        <p:spPr>
          <a:xfrm rot="0">
            <a:off x="-8551663" y="8008546"/>
            <a:ext cx="3705357" cy="422275"/>
          </a:xfrm>
          <a:prstGeom prst="rect">
            <a:avLst/>
          </a:prstGeom>
        </p:spPr>
        <p:txBody>
          <a:bodyPr anchor="t" rtlCol="false" tIns="0" lIns="0" bIns="0" rIns="0">
            <a:spAutoFit/>
          </a:bodyPr>
          <a:lstStyle/>
          <a:p>
            <a:pPr algn="ctr">
              <a:lnSpc>
                <a:spcPts val="3499"/>
              </a:lnSpc>
            </a:pPr>
            <a:r>
              <a:rPr lang="en-US" sz="2499">
                <a:solidFill>
                  <a:srgbClr val="082009"/>
                </a:solidFill>
                <a:latin typeface="Fira Sans"/>
                <a:ea typeface="Fira Sans"/>
                <a:cs typeface="Fira Sans"/>
                <a:sym typeface="Fira Sans"/>
              </a:rPr>
              <a:t>S2 Ilmu Komunikasi</a:t>
            </a:r>
          </a:p>
        </p:txBody>
      </p:sp>
      <p:sp>
        <p:nvSpPr>
          <p:cNvPr name="!!S5_Shp37" id="196"/>
          <p:cNvSpPr txBox="true"/>
          <p:nvPr/>
        </p:nvSpPr>
        <p:spPr>
          <a:xfrm rot="0">
            <a:off x="-5965707" y="5984674"/>
            <a:ext cx="1262985" cy="422275"/>
          </a:xfrm>
          <a:prstGeom prst="rect">
            <a:avLst/>
          </a:prstGeom>
        </p:spPr>
        <p:txBody>
          <a:bodyPr anchor="t" rtlCol="false" tIns="0" lIns="0" bIns="0" rIns="0">
            <a:spAutoFit/>
          </a:bodyPr>
          <a:lstStyle/>
          <a:p>
            <a:pPr algn="ctr">
              <a:lnSpc>
                <a:spcPts val="3499"/>
              </a:lnSpc>
            </a:pPr>
            <a:r>
              <a:rPr lang="en-US" b="true" sz="2499" spc="304">
                <a:solidFill>
                  <a:srgbClr val="FDFDFD"/>
                </a:solidFill>
                <a:latin typeface="Fira Sans Bold"/>
                <a:ea typeface="Fira Sans Bold"/>
                <a:cs typeface="Fira Sans Bold"/>
                <a:sym typeface="Fira Sans Bold"/>
              </a:rPr>
              <a:t>SMA</a:t>
            </a:r>
          </a:p>
        </p:txBody>
      </p:sp>
      <p:sp>
        <p:nvSpPr>
          <p:cNvPr name="!!S5_Shp38" id="197"/>
          <p:cNvSpPr txBox="true"/>
          <p:nvPr/>
        </p:nvSpPr>
        <p:spPr>
          <a:xfrm rot="0">
            <a:off x="-5600391" y="5984674"/>
            <a:ext cx="1262985" cy="422275"/>
          </a:xfrm>
          <a:prstGeom prst="rect">
            <a:avLst/>
          </a:prstGeom>
        </p:spPr>
        <p:txBody>
          <a:bodyPr anchor="t" rtlCol="false" tIns="0" lIns="0" bIns="0" rIns="0">
            <a:spAutoFit/>
          </a:bodyPr>
          <a:lstStyle/>
          <a:p>
            <a:pPr algn="ctr">
              <a:lnSpc>
                <a:spcPts val="3499"/>
              </a:lnSpc>
            </a:pPr>
            <a:r>
              <a:rPr lang="en-US" b="true" sz="2499" spc="304">
                <a:solidFill>
                  <a:srgbClr val="FDFDFD"/>
                </a:solidFill>
                <a:latin typeface="Fira Sans Bold"/>
                <a:ea typeface="Fira Sans Bold"/>
                <a:cs typeface="Fira Sans Bold"/>
                <a:sym typeface="Fira Sans Bold"/>
              </a:rPr>
              <a:t>S1</a:t>
            </a:r>
          </a:p>
        </p:txBody>
      </p:sp>
      <p:sp>
        <p:nvSpPr>
          <p:cNvPr name="!!S5_Shp39" id="198"/>
          <p:cNvSpPr txBox="true"/>
          <p:nvPr/>
        </p:nvSpPr>
        <p:spPr>
          <a:xfrm rot="0">
            <a:off x="-5330476" y="5956375"/>
            <a:ext cx="1262985" cy="422275"/>
          </a:xfrm>
          <a:prstGeom prst="rect">
            <a:avLst/>
          </a:prstGeom>
        </p:spPr>
        <p:txBody>
          <a:bodyPr anchor="t" rtlCol="false" tIns="0" lIns="0" bIns="0" rIns="0">
            <a:spAutoFit/>
          </a:bodyPr>
          <a:lstStyle/>
          <a:p>
            <a:pPr algn="ctr">
              <a:lnSpc>
                <a:spcPts val="3499"/>
              </a:lnSpc>
            </a:pPr>
            <a:r>
              <a:rPr lang="en-US" b="true" sz="2499" spc="304">
                <a:solidFill>
                  <a:srgbClr val="FDFDFD"/>
                </a:solidFill>
                <a:latin typeface="Fira Sans Bold"/>
                <a:ea typeface="Fira Sans Bold"/>
                <a:cs typeface="Fira Sans Bold"/>
                <a:sym typeface="Fira Sans Bold"/>
              </a:rPr>
              <a:t>S2</a:t>
            </a:r>
          </a:p>
        </p:txBody>
      </p:sp>
      <p:sp>
        <p:nvSpPr>
          <p:cNvPr name="!!S5_Shp40" id="199"/>
          <p:cNvSpPr txBox="true"/>
          <p:nvPr/>
        </p:nvSpPr>
        <p:spPr>
          <a:xfrm rot="0">
            <a:off x="-13549658" y="-3122044"/>
            <a:ext cx="8730108"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PENDIDIKAN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txBody>
          <a:bodyPr/>
          <a:p/>
        </p:txBody>
      </p:sp>
      <p:sp>
        <p:nvSpPr>
          <p:cNvPr name="!!S7_Shp3" id="3"/>
          <p:cNvSpPr/>
          <p:nvPr/>
        </p:nvSpPr>
        <p:spPr>
          <a:xfrm flipH="false" flipV="false" rot="0">
            <a:off x="-665602" y="5021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7_Shp4" id="4"/>
          <p:cNvSpPr/>
          <p:nvPr/>
        </p:nvSpPr>
        <p:spPr>
          <a:xfrm flipH="false" flipV="false" rot="0">
            <a:off x="-665602"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7_Shp5" id="5"/>
          <p:cNvSpPr/>
          <p:nvPr/>
        </p:nvSpPr>
        <p:spPr>
          <a:xfrm flipH="false" flipV="false" rot="0">
            <a:off x="665602" y="6331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7_Shp6" id="6"/>
          <p:cNvSpPr/>
          <p:nvPr/>
        </p:nvSpPr>
        <p:spPr>
          <a:xfrm flipH="false" flipV="false" rot="0">
            <a:off x="665602" y="-385591"/>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Persistent_HeaderLine" id="7"/>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8"/>
          <p:cNvGrpSpPr/>
          <p:nvPr/>
        </p:nvGrpSpPr>
        <p:grpSpPr>
          <a:xfrm rot="0">
            <a:off x="15278315" y="805237"/>
            <a:ext cx="1980985" cy="639706"/>
            <a:chOff x="0" y="0"/>
            <a:chExt cx="521741" cy="168482"/>
          </a:xfrm>
        </p:grpSpPr>
        <p:sp>
          <p:nvSpPr>
            <p:cNvPr name="Freeform 9" id="9"/>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10" id="10"/>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7_Shp11" id="11"/>
          <p:cNvGrpSpPr/>
          <p:nvPr/>
        </p:nvGrpSpPr>
        <p:grpSpPr>
          <a:xfrm rot="0">
            <a:off x="8436491" y="4788676"/>
            <a:ext cx="8608163" cy="967463"/>
            <a:chOff x="0" y="0"/>
            <a:chExt cx="2267170" cy="254805"/>
          </a:xfrm>
        </p:grpSpPr>
        <p:sp>
          <p:nvSpPr>
            <p:cNvPr name="Freeform 12" id="12"/>
            <p:cNvSpPr/>
            <p:nvPr/>
          </p:nvSpPr>
          <p:spPr>
            <a:xfrm flipH="false" flipV="false" rot="0">
              <a:off x="0" y="0"/>
              <a:ext cx="2267171" cy="254805"/>
            </a:xfrm>
            <a:custGeom>
              <a:avLst/>
              <a:gdLst/>
              <a:ahLst/>
              <a:cxnLst/>
              <a:rect r="r" b="b" t="t" l="l"/>
              <a:pathLst>
                <a:path h="254805" w="2267171">
                  <a:moveTo>
                    <a:pt x="11692" y="0"/>
                  </a:moveTo>
                  <a:lnTo>
                    <a:pt x="2255479" y="0"/>
                  </a:lnTo>
                  <a:cubicBezTo>
                    <a:pt x="2261936" y="0"/>
                    <a:pt x="2267171" y="5235"/>
                    <a:pt x="2267171" y="11692"/>
                  </a:cubicBezTo>
                  <a:lnTo>
                    <a:pt x="2267171" y="243113"/>
                  </a:lnTo>
                  <a:cubicBezTo>
                    <a:pt x="2267171" y="246214"/>
                    <a:pt x="2265939" y="249188"/>
                    <a:pt x="2263746" y="251381"/>
                  </a:cubicBezTo>
                  <a:cubicBezTo>
                    <a:pt x="2261553" y="253573"/>
                    <a:pt x="2258580" y="254805"/>
                    <a:pt x="2255479" y="254805"/>
                  </a:cubicBezTo>
                  <a:lnTo>
                    <a:pt x="11692" y="254805"/>
                  </a:lnTo>
                  <a:cubicBezTo>
                    <a:pt x="5235" y="254805"/>
                    <a:pt x="0" y="249571"/>
                    <a:pt x="0" y="243113"/>
                  </a:cubicBezTo>
                  <a:lnTo>
                    <a:pt x="0" y="11692"/>
                  </a:lnTo>
                  <a:cubicBezTo>
                    <a:pt x="0" y="5235"/>
                    <a:pt x="5235" y="0"/>
                    <a:pt x="11692"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3" id="13"/>
            <p:cNvSpPr txBox="true"/>
            <p:nvPr/>
          </p:nvSpPr>
          <p:spPr>
            <a:xfrm>
              <a:off x="0" y="-47625"/>
              <a:ext cx="2267170" cy="302430"/>
            </a:xfrm>
            <a:prstGeom prst="rect">
              <a:avLst/>
            </a:prstGeom>
          </p:spPr>
          <p:txBody>
            <a:bodyPr anchor="ctr" rtlCol="false" tIns="50800" lIns="50800" bIns="50800" rIns="50800"/>
            <a:lstStyle/>
            <a:p>
              <a:pPr algn="ctr">
                <a:lnSpc>
                  <a:spcPts val="2800"/>
                </a:lnSpc>
              </a:pPr>
            </a:p>
          </p:txBody>
        </p:sp>
      </p:grpSp>
      <p:grpSp>
        <p:nvGrpSpPr>
          <p:cNvPr name="!!S7_Shp14" id="14"/>
          <p:cNvGrpSpPr/>
          <p:nvPr/>
        </p:nvGrpSpPr>
        <p:grpSpPr>
          <a:xfrm rot="0">
            <a:off x="5833059" y="4794001"/>
            <a:ext cx="3442000" cy="962138"/>
            <a:chOff x="0" y="0"/>
            <a:chExt cx="906535" cy="253403"/>
          </a:xfrm>
        </p:grpSpPr>
        <p:sp>
          <p:nvSpPr>
            <p:cNvPr name="Freeform 15" id="15"/>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16" id="16"/>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grpSp>
        <p:nvGrpSpPr>
          <p:cNvPr name="!!S7_Shp17" id="17"/>
          <p:cNvGrpSpPr/>
          <p:nvPr/>
        </p:nvGrpSpPr>
        <p:grpSpPr>
          <a:xfrm rot="0">
            <a:off x="5832439" y="5966876"/>
            <a:ext cx="8415298" cy="967463"/>
            <a:chOff x="0" y="0"/>
            <a:chExt cx="2216375" cy="254805"/>
          </a:xfrm>
        </p:grpSpPr>
        <p:sp>
          <p:nvSpPr>
            <p:cNvPr name="Freeform 18" id="18"/>
            <p:cNvSpPr/>
            <p:nvPr/>
          </p:nvSpPr>
          <p:spPr>
            <a:xfrm flipH="false" flipV="false" rot="0">
              <a:off x="0" y="0"/>
              <a:ext cx="2216375" cy="254805"/>
            </a:xfrm>
            <a:custGeom>
              <a:avLst/>
              <a:gdLst/>
              <a:ahLst/>
              <a:cxnLst/>
              <a:rect r="r" b="b" t="t" l="l"/>
              <a:pathLst>
                <a:path h="254805" w="2216375">
                  <a:moveTo>
                    <a:pt x="11960" y="0"/>
                  </a:moveTo>
                  <a:lnTo>
                    <a:pt x="2204415" y="0"/>
                  </a:lnTo>
                  <a:cubicBezTo>
                    <a:pt x="2207587" y="0"/>
                    <a:pt x="2210629" y="1260"/>
                    <a:pt x="2212872" y="3503"/>
                  </a:cubicBezTo>
                  <a:cubicBezTo>
                    <a:pt x="2215115" y="5746"/>
                    <a:pt x="2216375" y="8788"/>
                    <a:pt x="2216375" y="11960"/>
                  </a:cubicBezTo>
                  <a:lnTo>
                    <a:pt x="2216375" y="242845"/>
                  </a:lnTo>
                  <a:cubicBezTo>
                    <a:pt x="2216375" y="249451"/>
                    <a:pt x="2211020" y="254805"/>
                    <a:pt x="2204415" y="254805"/>
                  </a:cubicBezTo>
                  <a:lnTo>
                    <a:pt x="11960" y="254805"/>
                  </a:lnTo>
                  <a:cubicBezTo>
                    <a:pt x="5355" y="254805"/>
                    <a:pt x="0" y="249451"/>
                    <a:pt x="0" y="242845"/>
                  </a:cubicBezTo>
                  <a:lnTo>
                    <a:pt x="0" y="11960"/>
                  </a:lnTo>
                  <a:cubicBezTo>
                    <a:pt x="0" y="5355"/>
                    <a:pt x="5355" y="0"/>
                    <a:pt x="11960"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9" id="19"/>
            <p:cNvSpPr txBox="true"/>
            <p:nvPr/>
          </p:nvSpPr>
          <p:spPr>
            <a:xfrm>
              <a:off x="0" y="-47625"/>
              <a:ext cx="2216375" cy="302430"/>
            </a:xfrm>
            <a:prstGeom prst="rect">
              <a:avLst/>
            </a:prstGeom>
          </p:spPr>
          <p:txBody>
            <a:bodyPr anchor="ctr" rtlCol="false" tIns="50800" lIns="50800" bIns="50800" rIns="50800"/>
            <a:lstStyle/>
            <a:p>
              <a:pPr algn="ctr">
                <a:lnSpc>
                  <a:spcPts val="2800"/>
                </a:lnSpc>
              </a:pPr>
            </a:p>
          </p:txBody>
        </p:sp>
      </p:grpSp>
      <p:grpSp>
        <p:nvGrpSpPr>
          <p:cNvPr name="!!S7_Shp20" id="20"/>
          <p:cNvGrpSpPr/>
          <p:nvPr/>
        </p:nvGrpSpPr>
        <p:grpSpPr>
          <a:xfrm rot="0">
            <a:off x="13602654" y="5966876"/>
            <a:ext cx="3442000" cy="962138"/>
            <a:chOff x="0" y="0"/>
            <a:chExt cx="906535" cy="253403"/>
          </a:xfrm>
        </p:grpSpPr>
        <p:sp>
          <p:nvSpPr>
            <p:cNvPr name="Freeform 21" id="21"/>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22" id="22"/>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grpSp>
        <p:nvGrpSpPr>
          <p:cNvPr name="!!S7_Shp23" id="23"/>
          <p:cNvGrpSpPr/>
          <p:nvPr/>
        </p:nvGrpSpPr>
        <p:grpSpPr>
          <a:xfrm rot="0">
            <a:off x="8307914" y="7055085"/>
            <a:ext cx="8736739" cy="967463"/>
            <a:chOff x="0" y="0"/>
            <a:chExt cx="2301034" cy="254805"/>
          </a:xfrm>
        </p:grpSpPr>
        <p:sp>
          <p:nvSpPr>
            <p:cNvPr name="Freeform 24" id="24"/>
            <p:cNvSpPr/>
            <p:nvPr/>
          </p:nvSpPr>
          <p:spPr>
            <a:xfrm flipH="false" flipV="false" rot="0">
              <a:off x="0" y="0"/>
              <a:ext cx="2301034" cy="254805"/>
            </a:xfrm>
            <a:custGeom>
              <a:avLst/>
              <a:gdLst/>
              <a:ahLst/>
              <a:cxnLst/>
              <a:rect r="r" b="b" t="t" l="l"/>
              <a:pathLst>
                <a:path h="254805" w="2301034">
                  <a:moveTo>
                    <a:pt x="11520" y="0"/>
                  </a:moveTo>
                  <a:lnTo>
                    <a:pt x="2289515" y="0"/>
                  </a:lnTo>
                  <a:cubicBezTo>
                    <a:pt x="2295877" y="0"/>
                    <a:pt x="2301034" y="5158"/>
                    <a:pt x="2301034" y="11520"/>
                  </a:cubicBezTo>
                  <a:lnTo>
                    <a:pt x="2301034" y="243285"/>
                  </a:lnTo>
                  <a:cubicBezTo>
                    <a:pt x="2301034" y="246341"/>
                    <a:pt x="2299821" y="249271"/>
                    <a:pt x="2297660" y="251431"/>
                  </a:cubicBezTo>
                  <a:cubicBezTo>
                    <a:pt x="2295500" y="253592"/>
                    <a:pt x="2292570" y="254805"/>
                    <a:pt x="2289515" y="254805"/>
                  </a:cubicBezTo>
                  <a:lnTo>
                    <a:pt x="11520" y="254805"/>
                  </a:lnTo>
                  <a:cubicBezTo>
                    <a:pt x="8465" y="254805"/>
                    <a:pt x="5534" y="253592"/>
                    <a:pt x="3374" y="251431"/>
                  </a:cubicBezTo>
                  <a:cubicBezTo>
                    <a:pt x="1214" y="249271"/>
                    <a:pt x="0" y="246341"/>
                    <a:pt x="0" y="243285"/>
                  </a:cubicBezTo>
                  <a:lnTo>
                    <a:pt x="0" y="11520"/>
                  </a:lnTo>
                  <a:cubicBezTo>
                    <a:pt x="0" y="8465"/>
                    <a:pt x="1214" y="5534"/>
                    <a:pt x="3374" y="3374"/>
                  </a:cubicBezTo>
                  <a:cubicBezTo>
                    <a:pt x="5534" y="1214"/>
                    <a:pt x="8465" y="0"/>
                    <a:pt x="11520"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5" id="25"/>
            <p:cNvSpPr txBox="true"/>
            <p:nvPr/>
          </p:nvSpPr>
          <p:spPr>
            <a:xfrm>
              <a:off x="0" y="-47625"/>
              <a:ext cx="2301034" cy="302430"/>
            </a:xfrm>
            <a:prstGeom prst="rect">
              <a:avLst/>
            </a:prstGeom>
          </p:spPr>
          <p:txBody>
            <a:bodyPr anchor="ctr" rtlCol="false" tIns="50800" lIns="50800" bIns="50800" rIns="50800"/>
            <a:lstStyle/>
            <a:p>
              <a:pPr algn="ctr">
                <a:lnSpc>
                  <a:spcPts val="2800"/>
                </a:lnSpc>
              </a:pPr>
            </a:p>
          </p:txBody>
        </p:sp>
      </p:grpSp>
      <p:grpSp>
        <p:nvGrpSpPr>
          <p:cNvPr name="!!S7_Shp26" id="26"/>
          <p:cNvGrpSpPr/>
          <p:nvPr/>
        </p:nvGrpSpPr>
        <p:grpSpPr>
          <a:xfrm rot="0">
            <a:off x="5833059" y="7060410"/>
            <a:ext cx="3442000" cy="962138"/>
            <a:chOff x="0" y="0"/>
            <a:chExt cx="906535" cy="253403"/>
          </a:xfrm>
        </p:grpSpPr>
        <p:sp>
          <p:nvSpPr>
            <p:cNvPr name="Freeform 27" id="27"/>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28" id="28"/>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grpSp>
        <p:nvGrpSpPr>
          <p:cNvPr name="!!S7_Shp29" id="29"/>
          <p:cNvGrpSpPr/>
          <p:nvPr/>
        </p:nvGrpSpPr>
        <p:grpSpPr>
          <a:xfrm rot="0">
            <a:off x="5832439" y="8233285"/>
            <a:ext cx="8680658" cy="967463"/>
            <a:chOff x="0" y="0"/>
            <a:chExt cx="2286264" cy="254805"/>
          </a:xfrm>
        </p:grpSpPr>
        <p:sp>
          <p:nvSpPr>
            <p:cNvPr name="Freeform 30" id="30"/>
            <p:cNvSpPr/>
            <p:nvPr/>
          </p:nvSpPr>
          <p:spPr>
            <a:xfrm flipH="false" flipV="false" rot="0">
              <a:off x="0" y="0"/>
              <a:ext cx="2286264" cy="254805"/>
            </a:xfrm>
            <a:custGeom>
              <a:avLst/>
              <a:gdLst/>
              <a:ahLst/>
              <a:cxnLst/>
              <a:rect r="r" b="b" t="t" l="l"/>
              <a:pathLst>
                <a:path h="254805" w="2286264">
                  <a:moveTo>
                    <a:pt x="11594" y="0"/>
                  </a:moveTo>
                  <a:lnTo>
                    <a:pt x="2274670" y="0"/>
                  </a:lnTo>
                  <a:cubicBezTo>
                    <a:pt x="2281073" y="0"/>
                    <a:pt x="2286264" y="5191"/>
                    <a:pt x="2286264" y="11594"/>
                  </a:cubicBezTo>
                  <a:lnTo>
                    <a:pt x="2286264" y="243211"/>
                  </a:lnTo>
                  <a:cubicBezTo>
                    <a:pt x="2286264" y="246286"/>
                    <a:pt x="2285043" y="249235"/>
                    <a:pt x="2282868" y="251409"/>
                  </a:cubicBezTo>
                  <a:cubicBezTo>
                    <a:pt x="2280694" y="253584"/>
                    <a:pt x="2277745" y="254805"/>
                    <a:pt x="2274670" y="254805"/>
                  </a:cubicBezTo>
                  <a:lnTo>
                    <a:pt x="11594" y="254805"/>
                  </a:lnTo>
                  <a:cubicBezTo>
                    <a:pt x="5191" y="254805"/>
                    <a:pt x="0" y="249614"/>
                    <a:pt x="0" y="243211"/>
                  </a:cubicBezTo>
                  <a:lnTo>
                    <a:pt x="0" y="11594"/>
                  </a:lnTo>
                  <a:cubicBezTo>
                    <a:pt x="0" y="8519"/>
                    <a:pt x="1222" y="5570"/>
                    <a:pt x="3396" y="3396"/>
                  </a:cubicBezTo>
                  <a:cubicBezTo>
                    <a:pt x="5570" y="1222"/>
                    <a:pt x="8519" y="0"/>
                    <a:pt x="11594"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1" id="31"/>
            <p:cNvSpPr txBox="true"/>
            <p:nvPr/>
          </p:nvSpPr>
          <p:spPr>
            <a:xfrm>
              <a:off x="0" y="-47625"/>
              <a:ext cx="2286264" cy="302430"/>
            </a:xfrm>
            <a:prstGeom prst="rect">
              <a:avLst/>
            </a:prstGeom>
          </p:spPr>
          <p:txBody>
            <a:bodyPr anchor="ctr" rtlCol="false" tIns="50800" lIns="50800" bIns="50800" rIns="50800"/>
            <a:lstStyle/>
            <a:p>
              <a:pPr algn="ctr">
                <a:lnSpc>
                  <a:spcPts val="2800"/>
                </a:lnSpc>
              </a:pPr>
            </a:p>
          </p:txBody>
        </p:sp>
      </p:grpSp>
      <p:grpSp>
        <p:nvGrpSpPr>
          <p:cNvPr name="!!S7_Shp32" id="32"/>
          <p:cNvGrpSpPr/>
          <p:nvPr/>
        </p:nvGrpSpPr>
        <p:grpSpPr>
          <a:xfrm rot="0">
            <a:off x="13602654" y="8233285"/>
            <a:ext cx="3442000" cy="962138"/>
            <a:chOff x="0" y="0"/>
            <a:chExt cx="906535" cy="253403"/>
          </a:xfrm>
        </p:grpSpPr>
        <p:sp>
          <p:nvSpPr>
            <p:cNvPr name="Freeform 33" id="33"/>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34" id="34"/>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sp>
        <p:nvSpPr>
          <p:cNvPr name="!!S7_Shp35" id="35"/>
          <p:cNvSpPr/>
          <p:nvPr/>
        </p:nvSpPr>
        <p:spPr>
          <a:xfrm flipH="false" flipV="false" rot="0">
            <a:off x="14846644" y="3108025"/>
            <a:ext cx="2115360" cy="1061526"/>
          </a:xfrm>
          <a:custGeom>
            <a:avLst/>
            <a:gdLst/>
            <a:ahLst/>
            <a:cxnLst/>
            <a:rect r="r" b="b" t="t" l="l"/>
            <a:pathLst>
              <a:path h="1061526" w="2115360">
                <a:moveTo>
                  <a:pt x="0" y="0"/>
                </a:moveTo>
                <a:lnTo>
                  <a:pt x="2115360" y="0"/>
                </a:lnTo>
                <a:lnTo>
                  <a:pt x="2115360" y="1061526"/>
                </a:lnTo>
                <a:lnTo>
                  <a:pt x="0" y="1061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7_Shp36" id="36"/>
          <p:cNvSpPr/>
          <p:nvPr/>
        </p:nvSpPr>
        <p:spPr>
          <a:xfrm flipH="false" flipV="true" rot="0">
            <a:off x="13602654" y="3108025"/>
            <a:ext cx="2115360" cy="1061526"/>
          </a:xfrm>
          <a:custGeom>
            <a:avLst/>
            <a:gdLst/>
            <a:ahLst/>
            <a:cxnLst/>
            <a:rect r="r" b="b" t="t" l="l"/>
            <a:pathLst>
              <a:path h="1061526" w="2115360">
                <a:moveTo>
                  <a:pt x="0" y="1061526"/>
                </a:moveTo>
                <a:lnTo>
                  <a:pt x="2115361" y="1061526"/>
                </a:lnTo>
                <a:lnTo>
                  <a:pt x="2115361" y="0"/>
                </a:lnTo>
                <a:lnTo>
                  <a:pt x="0" y="0"/>
                </a:lnTo>
                <a:lnTo>
                  <a:pt x="0" y="1061526"/>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7_Shp37" id="37"/>
          <p:cNvSpPr/>
          <p:nvPr/>
        </p:nvSpPr>
        <p:spPr>
          <a:xfrm flipH="false" flipV="false" rot="5400000">
            <a:off x="2471593" y="7652210"/>
            <a:ext cx="1554855" cy="740676"/>
          </a:xfrm>
          <a:custGeom>
            <a:avLst/>
            <a:gdLst/>
            <a:ahLst/>
            <a:cxnLst/>
            <a:rect r="r" b="b" t="t" l="l"/>
            <a:pathLst>
              <a:path h="740676" w="1554855">
                <a:moveTo>
                  <a:pt x="0" y="0"/>
                </a:moveTo>
                <a:lnTo>
                  <a:pt x="1554855" y="0"/>
                </a:lnTo>
                <a:lnTo>
                  <a:pt x="1554855" y="740676"/>
                </a:lnTo>
                <a:lnTo>
                  <a:pt x="0" y="740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7_Shp38" id="38"/>
          <p:cNvSpPr txBox="true"/>
          <p:nvPr/>
        </p:nvSpPr>
        <p:spPr>
          <a:xfrm rot="0">
            <a:off x="2834385" y="3047507"/>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KONTEN</a:t>
            </a:r>
          </a:p>
        </p:txBody>
      </p:sp>
      <p:sp>
        <p:nvSpPr>
          <p:cNvPr name="!!Persistent_PageNumber" id="39"/>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07</a:t>
            </a:r>
          </a:p>
        </p:txBody>
      </p:sp>
      <p:sp>
        <p:nvSpPr>
          <p:cNvPr name="!!Persistent_HeaderTitle" id="40"/>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7_Shp41" id="41"/>
          <p:cNvSpPr txBox="true"/>
          <p:nvPr/>
        </p:nvSpPr>
        <p:spPr>
          <a:xfrm rot="0">
            <a:off x="2833764" y="1834244"/>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BIDANG</a:t>
            </a:r>
          </a:p>
        </p:txBody>
      </p:sp>
      <p:sp>
        <p:nvSpPr>
          <p:cNvPr name="!!S7_Shp42" id="42"/>
          <p:cNvSpPr txBox="true"/>
          <p:nvPr/>
        </p:nvSpPr>
        <p:spPr>
          <a:xfrm rot="0">
            <a:off x="5833059" y="5133971"/>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Edukasi</a:t>
            </a:r>
          </a:p>
        </p:txBody>
      </p:sp>
      <p:sp>
        <p:nvSpPr>
          <p:cNvPr name="!!S7_Shp43" id="43"/>
          <p:cNvSpPr txBox="true"/>
          <p:nvPr/>
        </p:nvSpPr>
        <p:spPr>
          <a:xfrm rot="0">
            <a:off x="9413369" y="5113333"/>
            <a:ext cx="7394949"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enyampaikan informasi secara menarik dan mudah dipahami.</a:t>
            </a:r>
          </a:p>
        </p:txBody>
      </p:sp>
      <p:sp>
        <p:nvSpPr>
          <p:cNvPr name="!!S7_Shp44" id="44"/>
          <p:cNvSpPr txBox="true"/>
          <p:nvPr/>
        </p:nvSpPr>
        <p:spPr>
          <a:xfrm rot="0">
            <a:off x="13685304" y="6283865"/>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Produk</a:t>
            </a:r>
          </a:p>
        </p:txBody>
      </p:sp>
      <p:sp>
        <p:nvSpPr>
          <p:cNvPr name="!!S7_Shp45" id="45"/>
          <p:cNvSpPr txBox="true"/>
          <p:nvPr/>
        </p:nvSpPr>
        <p:spPr>
          <a:xfrm rot="0">
            <a:off x="6277146" y="6286296"/>
            <a:ext cx="7059794" cy="349250"/>
          </a:xfrm>
          <a:prstGeom prst="rect">
            <a:avLst/>
          </a:prstGeom>
        </p:spPr>
        <p:txBody>
          <a:bodyPr anchor="t" rtlCol="false" tIns="0" lIns="0" bIns="0" rIns="0">
            <a:spAutoFit/>
          </a:bodyPr>
          <a:lstStyle/>
          <a:p>
            <a:pPr algn="r">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enampilkan keunggulan produk secara kreatif.</a:t>
            </a:r>
          </a:p>
        </p:txBody>
      </p:sp>
      <p:sp>
        <p:nvSpPr>
          <p:cNvPr name="!!S7_Shp46" id="46"/>
          <p:cNvSpPr txBox="true"/>
          <p:nvPr/>
        </p:nvSpPr>
        <p:spPr>
          <a:xfrm rot="0">
            <a:off x="5833059" y="7344629"/>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Gaya Hidup</a:t>
            </a:r>
          </a:p>
        </p:txBody>
      </p:sp>
      <p:sp>
        <p:nvSpPr>
          <p:cNvPr name="!!S7_Shp47" id="47"/>
          <p:cNvSpPr txBox="true"/>
          <p:nvPr/>
        </p:nvSpPr>
        <p:spPr>
          <a:xfrm rot="0">
            <a:off x="9413369" y="7323992"/>
            <a:ext cx="7394949"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embahas aktivitas dan inspirasi sehari-hari.</a:t>
            </a:r>
          </a:p>
        </p:txBody>
      </p:sp>
      <p:sp>
        <p:nvSpPr>
          <p:cNvPr name="!!S7_Shp48" id="48"/>
          <p:cNvSpPr txBox="true"/>
          <p:nvPr/>
        </p:nvSpPr>
        <p:spPr>
          <a:xfrm rot="0">
            <a:off x="13685304" y="8536898"/>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UMKM</a:t>
            </a:r>
          </a:p>
        </p:txBody>
      </p:sp>
      <p:sp>
        <p:nvSpPr>
          <p:cNvPr name="!!S7_Shp49" id="49"/>
          <p:cNvSpPr txBox="true"/>
          <p:nvPr/>
        </p:nvSpPr>
        <p:spPr>
          <a:xfrm rot="0">
            <a:off x="6277146" y="8539329"/>
            <a:ext cx="7059794" cy="349250"/>
          </a:xfrm>
          <a:prstGeom prst="rect">
            <a:avLst/>
          </a:prstGeom>
        </p:spPr>
        <p:txBody>
          <a:bodyPr anchor="t" rtlCol="false" tIns="0" lIns="0" bIns="0" rIns="0">
            <a:spAutoFit/>
          </a:bodyPr>
          <a:lstStyle/>
          <a:p>
            <a:pPr algn="r">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endukung promosi usaha melalui konten digital.</a:t>
            </a:r>
          </a:p>
        </p:txBody>
      </p:sp>
      <p:sp>
        <p:nvSpPr>
          <p:cNvPr name="!!S7_Shp50" id="50"/>
          <p:cNvSpPr/>
          <p:nvPr/>
        </p:nvSpPr>
        <p:spPr>
          <a:xfrm flipH="false" flipV="false" rot="5400000">
            <a:off x="3359548" y="7652210"/>
            <a:ext cx="1554855" cy="740676"/>
          </a:xfrm>
          <a:custGeom>
            <a:avLst/>
            <a:gdLst/>
            <a:ahLst/>
            <a:cxnLst/>
            <a:rect r="r" b="b" t="t" l="l"/>
            <a:pathLst>
              <a:path h="740676" w="1554855">
                <a:moveTo>
                  <a:pt x="0" y="0"/>
                </a:moveTo>
                <a:lnTo>
                  <a:pt x="1554855" y="0"/>
                </a:lnTo>
                <a:lnTo>
                  <a:pt x="1554855" y="740676"/>
                </a:lnTo>
                <a:lnTo>
                  <a:pt x="0" y="740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8_Shp3" id="150"/>
          <p:cNvSpPr/>
          <p:nvPr/>
        </p:nvSpPr>
        <p:spPr>
          <a:xfrm flipH="false" flipV="false" rot="0">
            <a:off x="13964798" y="12808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8_Shp4" id="151"/>
          <p:cNvSpPr/>
          <p:nvPr/>
        </p:nvSpPr>
        <p:spPr>
          <a:xfrm flipH="false" flipV="false" rot="0">
            <a:off x="21622398"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8_Shp5" id="152"/>
          <p:cNvSpPr/>
          <p:nvPr/>
        </p:nvSpPr>
        <p:spPr>
          <a:xfrm flipH="false" flipV="false" rot="0">
            <a:off x="15296002" y="13118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8_Shp6" id="153"/>
          <p:cNvSpPr/>
          <p:nvPr/>
        </p:nvSpPr>
        <p:spPr>
          <a:xfrm flipH="false" flipV="false" rot="0">
            <a:off x="21953602" y="-385591"/>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8_Shp11" id="154"/>
          <p:cNvGrpSpPr/>
          <p:nvPr/>
        </p:nvGrpSpPr>
        <p:grpSpPr>
          <a:xfrm rot="0">
            <a:off x="22121764" y="1905626"/>
            <a:ext cx="3580931" cy="2274347"/>
            <a:chOff x="0" y="0"/>
            <a:chExt cx="554780" cy="352356"/>
          </a:xfrm>
        </p:grpSpPr>
        <p:sp>
          <p:nvSpPr>
            <p:cNvPr name="Freeform 12" id="12"/>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5"/>
              <a:stretch>
                <a:fillRect l="-810" t="0" r="-810" b="0"/>
              </a:stretch>
            </a:blipFill>
            <a:ln w="47625" cap="sq">
              <a:gradFill>
                <a:gsLst>
                  <a:gs pos="0">
                    <a:srgbClr val="19621D">
                      <a:alpha val="100000"/>
                    </a:srgbClr>
                  </a:gs>
                  <a:gs pos="100000">
                    <a:srgbClr val="0A3931">
                      <a:alpha val="100000"/>
                    </a:srgbClr>
                  </a:gs>
                </a:gsLst>
                <a:lin ang="2700000"/>
              </a:gradFill>
              <a:prstDash val="solid"/>
              <a:miter/>
            </a:ln>
          </p:spPr>
        </p:sp>
      </p:grpSp>
      <p:grpSp>
        <p:nvGrpSpPr>
          <p:cNvPr name="!!S8_Shp13" id="155"/>
          <p:cNvGrpSpPr/>
          <p:nvPr/>
        </p:nvGrpSpPr>
        <p:grpSpPr>
          <a:xfrm rot="0">
            <a:off x="17464164" y="13114544"/>
            <a:ext cx="3580931" cy="2274347"/>
            <a:chOff x="0" y="0"/>
            <a:chExt cx="554780" cy="352356"/>
          </a:xfrm>
        </p:grpSpPr>
        <p:sp>
          <p:nvSpPr>
            <p:cNvPr name="Freeform 14" id="14"/>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6"/>
              <a:stretch>
                <a:fillRect l="0" t="-2530" r="0" b="-2530"/>
              </a:stretch>
            </a:blipFill>
            <a:ln w="47625" cap="sq">
              <a:gradFill>
                <a:gsLst>
                  <a:gs pos="0">
                    <a:srgbClr val="19621D">
                      <a:alpha val="100000"/>
                    </a:srgbClr>
                  </a:gs>
                  <a:gs pos="100000">
                    <a:srgbClr val="0A3931">
                      <a:alpha val="100000"/>
                    </a:srgbClr>
                  </a:gs>
                </a:gsLst>
                <a:lin ang="2700000"/>
              </a:gradFill>
              <a:prstDash val="solid"/>
              <a:miter/>
            </a:ln>
          </p:spPr>
        </p:sp>
      </p:grpSp>
      <p:grpSp>
        <p:nvGrpSpPr>
          <p:cNvPr name="!!S8_Shp15" id="156"/>
          <p:cNvGrpSpPr/>
          <p:nvPr/>
        </p:nvGrpSpPr>
        <p:grpSpPr>
          <a:xfrm rot="0">
            <a:off x="21924582" y="1905626"/>
            <a:ext cx="3580931" cy="2274347"/>
            <a:chOff x="0" y="0"/>
            <a:chExt cx="554780" cy="352356"/>
          </a:xfrm>
        </p:grpSpPr>
        <p:sp>
          <p:nvSpPr>
            <p:cNvPr name="Freeform 16" id="16"/>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7"/>
              <a:stretch>
                <a:fillRect l="0" t="-28724" r="0" b="-28724"/>
              </a:stretch>
            </a:blipFill>
            <a:ln w="47625" cap="sq">
              <a:gradFill>
                <a:gsLst>
                  <a:gs pos="0">
                    <a:srgbClr val="19621D">
                      <a:alpha val="100000"/>
                    </a:srgbClr>
                  </a:gs>
                  <a:gs pos="100000">
                    <a:srgbClr val="0A3931">
                      <a:alpha val="100000"/>
                    </a:srgbClr>
                  </a:gs>
                </a:gsLst>
                <a:lin ang="2700000"/>
              </a:gradFill>
              <a:prstDash val="solid"/>
              <a:miter/>
            </a:ln>
          </p:spPr>
        </p:sp>
      </p:grpSp>
      <p:grpSp>
        <p:nvGrpSpPr>
          <p:cNvPr name="!!S8_Shp17" id="157"/>
          <p:cNvGrpSpPr/>
          <p:nvPr/>
        </p:nvGrpSpPr>
        <p:grpSpPr>
          <a:xfrm rot="0">
            <a:off x="21266982" y="13114544"/>
            <a:ext cx="3580931" cy="2274347"/>
            <a:chOff x="0" y="0"/>
            <a:chExt cx="554780" cy="352356"/>
          </a:xfrm>
        </p:grpSpPr>
        <p:sp>
          <p:nvSpPr>
            <p:cNvPr name="Freeform 18" id="18"/>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8"/>
              <a:stretch>
                <a:fillRect l="0" t="-28724" r="0" b="-28724"/>
              </a:stretch>
            </a:blipFill>
            <a:ln w="47625" cap="sq">
              <a:gradFill>
                <a:gsLst>
                  <a:gs pos="0">
                    <a:srgbClr val="19621D">
                      <a:alpha val="100000"/>
                    </a:srgbClr>
                  </a:gs>
                  <a:gs pos="100000">
                    <a:srgbClr val="0A3931">
                      <a:alpha val="100000"/>
                    </a:srgbClr>
                  </a:gs>
                </a:gsLst>
                <a:lin ang="2700000"/>
              </a:gradFill>
              <a:prstDash val="solid"/>
              <a:miter/>
            </a:ln>
          </p:spPr>
        </p:sp>
      </p:grpSp>
      <p:sp>
        <p:nvSpPr>
          <p:cNvPr name="!!S8_Shp19" id="158"/>
          <p:cNvSpPr/>
          <p:nvPr/>
        </p:nvSpPr>
        <p:spPr>
          <a:xfrm flipH="false" flipV="true" rot="-5400000">
            <a:off x="30202936" y="13359766"/>
            <a:ext cx="879657" cy="2493872"/>
          </a:xfrm>
          <a:custGeom>
            <a:avLst/>
            <a:gdLst/>
            <a:ahLst/>
            <a:cxnLst/>
            <a:rect r="r" b="b" t="t" l="l"/>
            <a:pathLst>
              <a:path h="2493872" w="879657">
                <a:moveTo>
                  <a:pt x="0" y="2493872"/>
                </a:moveTo>
                <a:lnTo>
                  <a:pt x="879656" y="2493872"/>
                </a:lnTo>
                <a:lnTo>
                  <a:pt x="879656" y="0"/>
                </a:lnTo>
                <a:lnTo>
                  <a:pt x="0" y="0"/>
                </a:lnTo>
                <a:lnTo>
                  <a:pt x="0" y="2493872"/>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S8_Shp20" id="159"/>
          <p:cNvSpPr/>
          <p:nvPr/>
        </p:nvSpPr>
        <p:spPr>
          <a:xfrm flipH="false" flipV="false" rot="0">
            <a:off x="22208512" y="2322229"/>
            <a:ext cx="2584088" cy="1301440"/>
          </a:xfrm>
          <a:custGeom>
            <a:avLst/>
            <a:gdLst/>
            <a:ahLst/>
            <a:cxnLst/>
            <a:rect r="r" b="b" t="t" l="l"/>
            <a:pathLst>
              <a:path h="1301440" w="2584088">
                <a:moveTo>
                  <a:pt x="0" y="0"/>
                </a:moveTo>
                <a:lnTo>
                  <a:pt x="2584087" y="0"/>
                </a:lnTo>
                <a:lnTo>
                  <a:pt x="2584087" y="1301441"/>
                </a:lnTo>
                <a:lnTo>
                  <a:pt x="0" y="13014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sp>
        <p:nvSpPr>
          <p:cNvPr name="!!S8_Shp21" id="160"/>
          <p:cNvSpPr txBox="true"/>
          <p:nvPr/>
        </p:nvSpPr>
        <p:spPr>
          <a:xfrm rot="0">
            <a:off x="17464164" y="12875809"/>
            <a:ext cx="10276459"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PORTOFOLIO</a:t>
            </a:r>
          </a:p>
        </p:txBody>
      </p:sp>
      <p:sp>
        <p:nvSpPr>
          <p:cNvPr name="!!S8_Shp24" id="161"/>
          <p:cNvSpPr txBox="true"/>
          <p:nvPr/>
        </p:nvSpPr>
        <p:spPr>
          <a:xfrm rot="0">
            <a:off x="17464164" y="12923256"/>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PILIHAN</a:t>
            </a:r>
          </a:p>
        </p:txBody>
      </p:sp>
      <p:sp>
        <p:nvSpPr>
          <p:cNvPr name="!!S8_Shp25" id="162"/>
          <p:cNvSpPr txBox="true"/>
          <p:nvPr/>
        </p:nvSpPr>
        <p:spPr>
          <a:xfrm rot="0">
            <a:off x="22208512" y="3988866"/>
            <a:ext cx="6338788" cy="261302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Lo</a:t>
            </a:r>
            <a:r>
              <a:rPr lang="en-US" sz="2499">
                <a:solidFill>
                  <a:srgbClr val="082009"/>
                </a:solidFill>
                <a:latin typeface="Fira Sans"/>
                <a:ea typeface="Fira Sans"/>
                <a:cs typeface="Fira Sans"/>
                <a:sym typeface="Fira Sans"/>
              </a:rPr>
              <a:t>rem ipsum consectetur magna do est nostrud aute et sed minim nulla eiusmod proident labore dolore et culpa cupidatat esse qui nulla enim sunt veniam pariatur dolore ipsum proident adipiscing eiusmod irure culpa dolore commodo et </a:t>
            </a:r>
          </a:p>
        </p:txBody>
      </p:sp>
      <p:grpSp>
        <p:nvGrpSpPr>
          <p:cNvPr name="!!S6_Shp7" id="163"/>
          <p:cNvGrpSpPr/>
          <p:nvPr/>
        </p:nvGrpSpPr>
        <p:grpSpPr>
          <a:xfrm rot="0">
            <a:off x="-7835329" y="-13467795"/>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6_Shp10" id="164"/>
          <p:cNvGrpSpPr/>
          <p:nvPr/>
        </p:nvGrpSpPr>
        <p:grpSpPr>
          <a:xfrm rot="0">
            <a:off x="-7702001" y="-3693689"/>
            <a:ext cx="3047229" cy="1693689"/>
            <a:chOff x="0" y="0"/>
            <a:chExt cx="802562" cy="446075"/>
          </a:xfrm>
        </p:grpSpPr>
        <p:sp>
          <p:nvSpPr>
            <p:cNvPr name="Freeform 11" id="11"/>
            <p:cNvSpPr/>
            <p:nvPr/>
          </p:nvSpPr>
          <p:spPr>
            <a:xfrm flipH="false" flipV="false" rot="0">
              <a:off x="0" y="0"/>
              <a:ext cx="802562" cy="446075"/>
            </a:xfrm>
            <a:custGeom>
              <a:avLst/>
              <a:gdLst/>
              <a:ahLst/>
              <a:cxnLst/>
              <a:rect r="r" b="b" t="t" l="l"/>
              <a:pathLst>
                <a:path h="446075" w="802562">
                  <a:moveTo>
                    <a:pt x="33028" y="0"/>
                  </a:moveTo>
                  <a:lnTo>
                    <a:pt x="769534" y="0"/>
                  </a:lnTo>
                  <a:cubicBezTo>
                    <a:pt x="778294" y="0"/>
                    <a:pt x="786695" y="3480"/>
                    <a:pt x="792889" y="9674"/>
                  </a:cubicBezTo>
                  <a:cubicBezTo>
                    <a:pt x="799083" y="15868"/>
                    <a:pt x="802562" y="24269"/>
                    <a:pt x="802562" y="33028"/>
                  </a:cubicBezTo>
                  <a:lnTo>
                    <a:pt x="802562" y="413046"/>
                  </a:lnTo>
                  <a:cubicBezTo>
                    <a:pt x="802562" y="421806"/>
                    <a:pt x="799083" y="430207"/>
                    <a:pt x="792889" y="436401"/>
                  </a:cubicBezTo>
                  <a:cubicBezTo>
                    <a:pt x="786695" y="442595"/>
                    <a:pt x="778294" y="446075"/>
                    <a:pt x="769534" y="446075"/>
                  </a:cubicBezTo>
                  <a:lnTo>
                    <a:pt x="33028" y="446075"/>
                  </a:lnTo>
                  <a:cubicBezTo>
                    <a:pt x="24269" y="446075"/>
                    <a:pt x="15868" y="442595"/>
                    <a:pt x="9674" y="436401"/>
                  </a:cubicBezTo>
                  <a:cubicBezTo>
                    <a:pt x="3480" y="430207"/>
                    <a:pt x="0" y="421806"/>
                    <a:pt x="0" y="41304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12" id="12"/>
            <p:cNvSpPr txBox="true"/>
            <p:nvPr/>
          </p:nvSpPr>
          <p:spPr>
            <a:xfrm>
              <a:off x="0" y="-47625"/>
              <a:ext cx="802562" cy="493700"/>
            </a:xfrm>
            <a:prstGeom prst="rect">
              <a:avLst/>
            </a:prstGeom>
          </p:spPr>
          <p:txBody>
            <a:bodyPr anchor="ctr" rtlCol="false" tIns="50800" lIns="50800" bIns="50800" rIns="50800"/>
            <a:lstStyle/>
            <a:p>
              <a:pPr algn="ctr">
                <a:lnSpc>
                  <a:spcPts val="2800"/>
                </a:lnSpc>
              </a:pPr>
            </a:p>
          </p:txBody>
        </p:sp>
      </p:grpSp>
      <p:grpSp>
        <p:nvGrpSpPr>
          <p:cNvPr name="!!S6_Shp13" id="165"/>
          <p:cNvGrpSpPr/>
          <p:nvPr/>
        </p:nvGrpSpPr>
        <p:grpSpPr>
          <a:xfrm rot="0">
            <a:off x="-7144000" y="-3699417"/>
            <a:ext cx="3047229" cy="1699417"/>
            <a:chOff x="0" y="0"/>
            <a:chExt cx="802562" cy="447583"/>
          </a:xfrm>
        </p:grpSpPr>
        <p:sp>
          <p:nvSpPr>
            <p:cNvPr name="Freeform 14" id="14"/>
            <p:cNvSpPr/>
            <p:nvPr/>
          </p:nvSpPr>
          <p:spPr>
            <a:xfrm flipH="false" flipV="false" rot="0">
              <a:off x="0" y="0"/>
              <a:ext cx="802562" cy="447583"/>
            </a:xfrm>
            <a:custGeom>
              <a:avLst/>
              <a:gdLst/>
              <a:ahLst/>
              <a:cxnLst/>
              <a:rect r="r" b="b" t="t" l="l"/>
              <a:pathLst>
                <a:path h="447583" w="802562">
                  <a:moveTo>
                    <a:pt x="33028" y="0"/>
                  </a:moveTo>
                  <a:lnTo>
                    <a:pt x="769534" y="0"/>
                  </a:lnTo>
                  <a:cubicBezTo>
                    <a:pt x="778294" y="0"/>
                    <a:pt x="786695" y="3480"/>
                    <a:pt x="792889" y="9674"/>
                  </a:cubicBezTo>
                  <a:cubicBezTo>
                    <a:pt x="799083" y="15868"/>
                    <a:pt x="802562" y="24269"/>
                    <a:pt x="802562" y="33028"/>
                  </a:cubicBezTo>
                  <a:lnTo>
                    <a:pt x="802562" y="414555"/>
                  </a:lnTo>
                  <a:cubicBezTo>
                    <a:pt x="802562" y="423314"/>
                    <a:pt x="799083" y="431715"/>
                    <a:pt x="792889" y="437909"/>
                  </a:cubicBezTo>
                  <a:cubicBezTo>
                    <a:pt x="786695" y="444103"/>
                    <a:pt x="778294" y="447583"/>
                    <a:pt x="769534" y="447583"/>
                  </a:cubicBezTo>
                  <a:lnTo>
                    <a:pt x="33028" y="447583"/>
                  </a:lnTo>
                  <a:cubicBezTo>
                    <a:pt x="24269" y="447583"/>
                    <a:pt x="15868" y="444103"/>
                    <a:pt x="9674" y="437909"/>
                  </a:cubicBezTo>
                  <a:cubicBezTo>
                    <a:pt x="3480" y="431715"/>
                    <a:pt x="0" y="423314"/>
                    <a:pt x="0" y="414555"/>
                  </a:cubicBezTo>
                  <a:lnTo>
                    <a:pt x="0" y="33028"/>
                  </a:lnTo>
                  <a:cubicBezTo>
                    <a:pt x="0" y="24269"/>
                    <a:pt x="3480" y="15868"/>
                    <a:pt x="9674" y="9674"/>
                  </a:cubicBezTo>
                  <a:cubicBezTo>
                    <a:pt x="15868" y="3480"/>
                    <a:pt x="24269" y="0"/>
                    <a:pt x="33028"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5" id="15"/>
            <p:cNvSpPr txBox="true"/>
            <p:nvPr/>
          </p:nvSpPr>
          <p:spPr>
            <a:xfrm>
              <a:off x="0" y="-47625"/>
              <a:ext cx="802562" cy="495208"/>
            </a:xfrm>
            <a:prstGeom prst="rect">
              <a:avLst/>
            </a:prstGeom>
          </p:spPr>
          <p:txBody>
            <a:bodyPr anchor="ctr" rtlCol="false" tIns="50800" lIns="50800" bIns="50800" rIns="50800"/>
            <a:lstStyle/>
            <a:p>
              <a:pPr algn="ctr">
                <a:lnSpc>
                  <a:spcPts val="2800"/>
                </a:lnSpc>
              </a:pPr>
            </a:p>
          </p:txBody>
        </p:sp>
      </p:grpSp>
      <p:grpSp>
        <p:nvGrpSpPr>
          <p:cNvPr name="!!S6_Shp16" id="166"/>
          <p:cNvGrpSpPr/>
          <p:nvPr/>
        </p:nvGrpSpPr>
        <p:grpSpPr>
          <a:xfrm rot="0">
            <a:off x="-7581754" y="-3693689"/>
            <a:ext cx="3047229" cy="1693689"/>
            <a:chOff x="0" y="0"/>
            <a:chExt cx="802562" cy="446075"/>
          </a:xfrm>
        </p:grpSpPr>
        <p:sp>
          <p:nvSpPr>
            <p:cNvPr name="Freeform 17" id="17"/>
            <p:cNvSpPr/>
            <p:nvPr/>
          </p:nvSpPr>
          <p:spPr>
            <a:xfrm flipH="false" flipV="false" rot="0">
              <a:off x="0" y="0"/>
              <a:ext cx="802562" cy="446075"/>
            </a:xfrm>
            <a:custGeom>
              <a:avLst/>
              <a:gdLst/>
              <a:ahLst/>
              <a:cxnLst/>
              <a:rect r="r" b="b" t="t" l="l"/>
              <a:pathLst>
                <a:path h="446075" w="802562">
                  <a:moveTo>
                    <a:pt x="33028" y="0"/>
                  </a:moveTo>
                  <a:lnTo>
                    <a:pt x="769534" y="0"/>
                  </a:lnTo>
                  <a:cubicBezTo>
                    <a:pt x="778294" y="0"/>
                    <a:pt x="786695" y="3480"/>
                    <a:pt x="792889" y="9674"/>
                  </a:cubicBezTo>
                  <a:cubicBezTo>
                    <a:pt x="799083" y="15868"/>
                    <a:pt x="802562" y="24269"/>
                    <a:pt x="802562" y="33028"/>
                  </a:cubicBezTo>
                  <a:lnTo>
                    <a:pt x="802562" y="413046"/>
                  </a:lnTo>
                  <a:cubicBezTo>
                    <a:pt x="802562" y="421806"/>
                    <a:pt x="799083" y="430207"/>
                    <a:pt x="792889" y="436401"/>
                  </a:cubicBezTo>
                  <a:cubicBezTo>
                    <a:pt x="786695" y="442595"/>
                    <a:pt x="778294" y="446075"/>
                    <a:pt x="769534" y="446075"/>
                  </a:cubicBezTo>
                  <a:lnTo>
                    <a:pt x="33028" y="446075"/>
                  </a:lnTo>
                  <a:cubicBezTo>
                    <a:pt x="24269" y="446075"/>
                    <a:pt x="15868" y="442595"/>
                    <a:pt x="9674" y="436401"/>
                  </a:cubicBezTo>
                  <a:cubicBezTo>
                    <a:pt x="3480" y="430207"/>
                    <a:pt x="0" y="421806"/>
                    <a:pt x="0" y="413046"/>
                  </a:cubicBezTo>
                  <a:lnTo>
                    <a:pt x="0" y="33028"/>
                  </a:lnTo>
                  <a:cubicBezTo>
                    <a:pt x="0" y="24269"/>
                    <a:pt x="3480" y="15868"/>
                    <a:pt x="9674" y="9674"/>
                  </a:cubicBezTo>
                  <a:cubicBezTo>
                    <a:pt x="15868" y="3480"/>
                    <a:pt x="24269" y="0"/>
                    <a:pt x="33028" y="0"/>
                  </a:cubicBezTo>
                  <a:close/>
                </a:path>
              </a:pathLst>
            </a:custGeom>
            <a:gradFill rotWithShape="true">
              <a:gsLst>
                <a:gs pos="0">
                  <a:srgbClr val="19621D">
                    <a:alpha val="100000"/>
                  </a:srgbClr>
                </a:gs>
                <a:gs pos="100000">
                  <a:srgbClr val="0A3931">
                    <a:alpha val="100000"/>
                  </a:srgbClr>
                </a:gs>
              </a:gsLst>
              <a:lin ang="2700000"/>
            </a:gradFill>
          </p:spPr>
        </p:sp>
        <p:sp>
          <p:nvSpPr>
            <p:cNvPr name="TextBox 18" id="18"/>
            <p:cNvSpPr txBox="true"/>
            <p:nvPr/>
          </p:nvSpPr>
          <p:spPr>
            <a:xfrm>
              <a:off x="0" y="-47625"/>
              <a:ext cx="802562" cy="493700"/>
            </a:xfrm>
            <a:prstGeom prst="rect">
              <a:avLst/>
            </a:prstGeom>
          </p:spPr>
          <p:txBody>
            <a:bodyPr anchor="ctr" rtlCol="false" tIns="50800" lIns="50800" bIns="50800" rIns="50800"/>
            <a:lstStyle/>
            <a:p>
              <a:pPr algn="ctr">
                <a:lnSpc>
                  <a:spcPts val="2800"/>
                </a:lnSpc>
              </a:pPr>
            </a:p>
          </p:txBody>
        </p:sp>
      </p:grpSp>
      <p:grpSp>
        <p:nvGrpSpPr>
          <p:cNvPr name="!!S6_Shp19" id="167"/>
          <p:cNvGrpSpPr/>
          <p:nvPr/>
        </p:nvGrpSpPr>
        <p:grpSpPr>
          <a:xfrm rot="0">
            <a:off x="-8023754" y="-3699417"/>
            <a:ext cx="3047229" cy="1699417"/>
            <a:chOff x="0" y="0"/>
            <a:chExt cx="802562" cy="447583"/>
          </a:xfrm>
        </p:grpSpPr>
        <p:sp>
          <p:nvSpPr>
            <p:cNvPr name="Freeform 20" id="20"/>
            <p:cNvSpPr/>
            <p:nvPr/>
          </p:nvSpPr>
          <p:spPr>
            <a:xfrm flipH="false" flipV="false" rot="0">
              <a:off x="0" y="0"/>
              <a:ext cx="802562" cy="447583"/>
            </a:xfrm>
            <a:custGeom>
              <a:avLst/>
              <a:gdLst/>
              <a:ahLst/>
              <a:cxnLst/>
              <a:rect r="r" b="b" t="t" l="l"/>
              <a:pathLst>
                <a:path h="447583" w="802562">
                  <a:moveTo>
                    <a:pt x="33028" y="0"/>
                  </a:moveTo>
                  <a:lnTo>
                    <a:pt x="769534" y="0"/>
                  </a:lnTo>
                  <a:cubicBezTo>
                    <a:pt x="778294" y="0"/>
                    <a:pt x="786695" y="3480"/>
                    <a:pt x="792889" y="9674"/>
                  </a:cubicBezTo>
                  <a:cubicBezTo>
                    <a:pt x="799083" y="15868"/>
                    <a:pt x="802562" y="24269"/>
                    <a:pt x="802562" y="33028"/>
                  </a:cubicBezTo>
                  <a:lnTo>
                    <a:pt x="802562" y="414555"/>
                  </a:lnTo>
                  <a:cubicBezTo>
                    <a:pt x="802562" y="423314"/>
                    <a:pt x="799083" y="431715"/>
                    <a:pt x="792889" y="437909"/>
                  </a:cubicBezTo>
                  <a:cubicBezTo>
                    <a:pt x="786695" y="444103"/>
                    <a:pt x="778294" y="447583"/>
                    <a:pt x="769534" y="447583"/>
                  </a:cubicBezTo>
                  <a:lnTo>
                    <a:pt x="33028" y="447583"/>
                  </a:lnTo>
                  <a:cubicBezTo>
                    <a:pt x="24269" y="447583"/>
                    <a:pt x="15868" y="444103"/>
                    <a:pt x="9674" y="437909"/>
                  </a:cubicBezTo>
                  <a:cubicBezTo>
                    <a:pt x="3480" y="431715"/>
                    <a:pt x="0" y="423314"/>
                    <a:pt x="0" y="414555"/>
                  </a:cubicBezTo>
                  <a:lnTo>
                    <a:pt x="0" y="33028"/>
                  </a:lnTo>
                  <a:cubicBezTo>
                    <a:pt x="0" y="24269"/>
                    <a:pt x="3480" y="15868"/>
                    <a:pt x="9674" y="9674"/>
                  </a:cubicBezTo>
                  <a:cubicBezTo>
                    <a:pt x="15868" y="3480"/>
                    <a:pt x="24269" y="0"/>
                    <a:pt x="33028"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1" id="21"/>
            <p:cNvSpPr txBox="true"/>
            <p:nvPr/>
          </p:nvSpPr>
          <p:spPr>
            <a:xfrm>
              <a:off x="0" y="-47625"/>
              <a:ext cx="802562" cy="495208"/>
            </a:xfrm>
            <a:prstGeom prst="rect">
              <a:avLst/>
            </a:prstGeom>
          </p:spPr>
          <p:txBody>
            <a:bodyPr anchor="ctr" rtlCol="false" tIns="50800" lIns="50800" bIns="50800" rIns="50800"/>
            <a:lstStyle/>
            <a:p>
              <a:pPr algn="ctr">
                <a:lnSpc>
                  <a:spcPts val="2800"/>
                </a:lnSpc>
              </a:pPr>
            </a:p>
          </p:txBody>
        </p:sp>
      </p:grpSp>
      <p:grpSp>
        <p:nvGrpSpPr>
          <p:cNvPr name="!!S6_Shp22" id="168"/>
          <p:cNvGrpSpPr/>
          <p:nvPr/>
        </p:nvGrpSpPr>
        <p:grpSpPr>
          <a:xfrm rot="0">
            <a:off x="-6244329" y="-2302159"/>
            <a:ext cx="1252133" cy="302159"/>
            <a:chOff x="0" y="0"/>
            <a:chExt cx="329780" cy="79581"/>
          </a:xfrm>
        </p:grpSpPr>
        <p:sp>
          <p:nvSpPr>
            <p:cNvPr name="Freeform 23" id="23"/>
            <p:cNvSpPr/>
            <p:nvPr/>
          </p:nvSpPr>
          <p:spPr>
            <a:xfrm flipH="false" flipV="false" rot="0">
              <a:off x="0" y="0"/>
              <a:ext cx="329780" cy="79581"/>
            </a:xfrm>
            <a:custGeom>
              <a:avLst/>
              <a:gdLst/>
              <a:ahLst/>
              <a:cxnLst/>
              <a:rect r="r" b="b" t="t" l="l"/>
              <a:pathLst>
                <a:path h="79581" w="329780">
                  <a:moveTo>
                    <a:pt x="39791" y="0"/>
                  </a:moveTo>
                  <a:lnTo>
                    <a:pt x="289989" y="0"/>
                  </a:lnTo>
                  <a:cubicBezTo>
                    <a:pt x="311965" y="0"/>
                    <a:pt x="329780" y="17815"/>
                    <a:pt x="329780" y="39791"/>
                  </a:cubicBezTo>
                  <a:lnTo>
                    <a:pt x="329780" y="39791"/>
                  </a:lnTo>
                  <a:cubicBezTo>
                    <a:pt x="329780" y="50344"/>
                    <a:pt x="325588" y="60465"/>
                    <a:pt x="318125" y="67927"/>
                  </a:cubicBezTo>
                  <a:cubicBezTo>
                    <a:pt x="310663" y="75389"/>
                    <a:pt x="300542" y="79581"/>
                    <a:pt x="289989" y="79581"/>
                  </a:cubicBezTo>
                  <a:lnTo>
                    <a:pt x="39791" y="79581"/>
                  </a:lnTo>
                  <a:cubicBezTo>
                    <a:pt x="29237" y="79581"/>
                    <a:pt x="19117" y="75389"/>
                    <a:pt x="11654" y="67927"/>
                  </a:cubicBezTo>
                  <a:cubicBezTo>
                    <a:pt x="4192" y="60465"/>
                    <a:pt x="0" y="50344"/>
                    <a:pt x="0" y="39791"/>
                  </a:cubicBezTo>
                  <a:lnTo>
                    <a:pt x="0" y="39791"/>
                  </a:lnTo>
                  <a:cubicBezTo>
                    <a:pt x="0" y="29237"/>
                    <a:pt x="4192" y="19117"/>
                    <a:pt x="11654" y="11654"/>
                  </a:cubicBezTo>
                  <a:cubicBezTo>
                    <a:pt x="19117" y="4192"/>
                    <a:pt x="29237" y="0"/>
                    <a:pt x="39791" y="0"/>
                  </a:cubicBezTo>
                  <a:close/>
                </a:path>
              </a:pathLst>
            </a:custGeom>
            <a:gradFill rotWithShape="true">
              <a:gsLst>
                <a:gs pos="0">
                  <a:srgbClr val="19621D">
                    <a:alpha val="100000"/>
                  </a:srgbClr>
                </a:gs>
                <a:gs pos="100000">
                  <a:srgbClr val="0A3931">
                    <a:alpha val="100000"/>
                  </a:srgbClr>
                </a:gs>
              </a:gsLst>
              <a:lin ang="2700000"/>
            </a:gradFill>
          </p:spPr>
        </p:sp>
        <p:sp>
          <p:nvSpPr>
            <p:cNvPr name="TextBox 24" id="24"/>
            <p:cNvSpPr txBox="true"/>
            <p:nvPr/>
          </p:nvSpPr>
          <p:spPr>
            <a:xfrm>
              <a:off x="0" y="-47625"/>
              <a:ext cx="329780" cy="127206"/>
            </a:xfrm>
            <a:prstGeom prst="rect">
              <a:avLst/>
            </a:prstGeom>
          </p:spPr>
          <p:txBody>
            <a:bodyPr anchor="ctr" rtlCol="false" tIns="50800" lIns="50800" bIns="50800" rIns="50800"/>
            <a:lstStyle/>
            <a:p>
              <a:pPr algn="ctr">
                <a:lnSpc>
                  <a:spcPts val="2800"/>
                </a:lnSpc>
              </a:pPr>
            </a:p>
          </p:txBody>
        </p:sp>
      </p:grpSp>
      <p:grpSp>
        <p:nvGrpSpPr>
          <p:cNvPr name="!!S6_Shp25" id="169"/>
          <p:cNvGrpSpPr/>
          <p:nvPr/>
        </p:nvGrpSpPr>
        <p:grpSpPr>
          <a:xfrm rot="0">
            <a:off x="-6126206" y="-2302159"/>
            <a:ext cx="1252133" cy="302159"/>
            <a:chOff x="0" y="0"/>
            <a:chExt cx="329780" cy="79581"/>
          </a:xfrm>
        </p:grpSpPr>
        <p:sp>
          <p:nvSpPr>
            <p:cNvPr name="Freeform 26" id="26"/>
            <p:cNvSpPr/>
            <p:nvPr/>
          </p:nvSpPr>
          <p:spPr>
            <a:xfrm flipH="false" flipV="false" rot="0">
              <a:off x="0" y="0"/>
              <a:ext cx="329780" cy="79581"/>
            </a:xfrm>
            <a:custGeom>
              <a:avLst/>
              <a:gdLst/>
              <a:ahLst/>
              <a:cxnLst/>
              <a:rect r="r" b="b" t="t" l="l"/>
              <a:pathLst>
                <a:path h="79581" w="329780">
                  <a:moveTo>
                    <a:pt x="39791" y="0"/>
                  </a:moveTo>
                  <a:lnTo>
                    <a:pt x="289989" y="0"/>
                  </a:lnTo>
                  <a:cubicBezTo>
                    <a:pt x="311965" y="0"/>
                    <a:pt x="329780" y="17815"/>
                    <a:pt x="329780" y="39791"/>
                  </a:cubicBezTo>
                  <a:lnTo>
                    <a:pt x="329780" y="39791"/>
                  </a:lnTo>
                  <a:cubicBezTo>
                    <a:pt x="329780" y="50344"/>
                    <a:pt x="325588" y="60465"/>
                    <a:pt x="318125" y="67927"/>
                  </a:cubicBezTo>
                  <a:cubicBezTo>
                    <a:pt x="310663" y="75389"/>
                    <a:pt x="300542" y="79581"/>
                    <a:pt x="289989" y="79581"/>
                  </a:cubicBezTo>
                  <a:lnTo>
                    <a:pt x="39791" y="79581"/>
                  </a:lnTo>
                  <a:cubicBezTo>
                    <a:pt x="29237" y="79581"/>
                    <a:pt x="19117" y="75389"/>
                    <a:pt x="11654" y="67927"/>
                  </a:cubicBezTo>
                  <a:cubicBezTo>
                    <a:pt x="4192" y="60465"/>
                    <a:pt x="0" y="50344"/>
                    <a:pt x="0" y="39791"/>
                  </a:cubicBezTo>
                  <a:lnTo>
                    <a:pt x="0" y="39791"/>
                  </a:lnTo>
                  <a:cubicBezTo>
                    <a:pt x="0" y="29237"/>
                    <a:pt x="4192" y="19117"/>
                    <a:pt x="11654" y="11654"/>
                  </a:cubicBezTo>
                  <a:cubicBezTo>
                    <a:pt x="19117" y="4192"/>
                    <a:pt x="29237" y="0"/>
                    <a:pt x="39791" y="0"/>
                  </a:cubicBezTo>
                  <a:close/>
                </a:path>
              </a:pathLst>
            </a:custGeom>
            <a:gradFill rotWithShape="true">
              <a:gsLst>
                <a:gs pos="0">
                  <a:srgbClr val="19621D">
                    <a:alpha val="100000"/>
                  </a:srgbClr>
                </a:gs>
                <a:gs pos="100000">
                  <a:srgbClr val="0A3931">
                    <a:alpha val="100000"/>
                  </a:srgbClr>
                </a:gs>
              </a:gsLst>
              <a:lin ang="2700000"/>
            </a:gradFill>
          </p:spPr>
        </p:sp>
        <p:sp>
          <p:nvSpPr>
            <p:cNvPr name="TextBox 27" id="27"/>
            <p:cNvSpPr txBox="true"/>
            <p:nvPr/>
          </p:nvSpPr>
          <p:spPr>
            <a:xfrm>
              <a:off x="0" y="-47625"/>
              <a:ext cx="329780" cy="127206"/>
            </a:xfrm>
            <a:prstGeom prst="rect">
              <a:avLst/>
            </a:prstGeom>
          </p:spPr>
          <p:txBody>
            <a:bodyPr anchor="ctr" rtlCol="false" tIns="50800" lIns="50800" bIns="50800" rIns="50800"/>
            <a:lstStyle/>
            <a:p>
              <a:pPr algn="ctr">
                <a:lnSpc>
                  <a:spcPts val="2800"/>
                </a:lnSpc>
              </a:pPr>
            </a:p>
          </p:txBody>
        </p:sp>
      </p:grpSp>
      <p:grpSp>
        <p:nvGrpSpPr>
          <p:cNvPr name="!!S6_Shp28" id="170"/>
          <p:cNvGrpSpPr/>
          <p:nvPr/>
        </p:nvGrpSpPr>
        <p:grpSpPr>
          <a:xfrm rot="0">
            <a:off x="-5682008" y="-2290705"/>
            <a:ext cx="1252133" cy="290705"/>
            <a:chOff x="0" y="0"/>
            <a:chExt cx="329780" cy="76564"/>
          </a:xfrm>
        </p:grpSpPr>
        <p:sp>
          <p:nvSpPr>
            <p:cNvPr name="Freeform 29" id="29"/>
            <p:cNvSpPr/>
            <p:nvPr/>
          </p:nvSpPr>
          <p:spPr>
            <a:xfrm flipH="false" flipV="false" rot="0">
              <a:off x="0" y="0"/>
              <a:ext cx="329780" cy="76564"/>
            </a:xfrm>
            <a:custGeom>
              <a:avLst/>
              <a:gdLst/>
              <a:ahLst/>
              <a:cxnLst/>
              <a:rect r="r" b="b" t="t" l="l"/>
              <a:pathLst>
                <a:path h="76564" w="329780">
                  <a:moveTo>
                    <a:pt x="38282" y="0"/>
                  </a:moveTo>
                  <a:lnTo>
                    <a:pt x="291498" y="0"/>
                  </a:lnTo>
                  <a:cubicBezTo>
                    <a:pt x="312640" y="0"/>
                    <a:pt x="329780" y="17139"/>
                    <a:pt x="329780" y="38282"/>
                  </a:cubicBezTo>
                  <a:lnTo>
                    <a:pt x="329780" y="38282"/>
                  </a:lnTo>
                  <a:cubicBezTo>
                    <a:pt x="329780" y="59425"/>
                    <a:pt x="312640" y="76564"/>
                    <a:pt x="291498" y="76564"/>
                  </a:cubicBezTo>
                  <a:lnTo>
                    <a:pt x="38282" y="76564"/>
                  </a:lnTo>
                  <a:cubicBezTo>
                    <a:pt x="17139" y="76564"/>
                    <a:pt x="0" y="59425"/>
                    <a:pt x="0" y="38282"/>
                  </a:cubicBezTo>
                  <a:lnTo>
                    <a:pt x="0" y="38282"/>
                  </a:lnTo>
                  <a:cubicBezTo>
                    <a:pt x="0" y="17139"/>
                    <a:pt x="17139" y="0"/>
                    <a:pt x="38282"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0" id="30"/>
            <p:cNvSpPr txBox="true"/>
            <p:nvPr/>
          </p:nvSpPr>
          <p:spPr>
            <a:xfrm>
              <a:off x="0" y="-47625"/>
              <a:ext cx="329780" cy="124189"/>
            </a:xfrm>
            <a:prstGeom prst="rect">
              <a:avLst/>
            </a:prstGeom>
          </p:spPr>
          <p:txBody>
            <a:bodyPr anchor="ctr" rtlCol="false" tIns="50800" lIns="50800" bIns="50800" rIns="50800"/>
            <a:lstStyle/>
            <a:p>
              <a:pPr algn="ctr">
                <a:lnSpc>
                  <a:spcPts val="2800"/>
                </a:lnSpc>
              </a:pPr>
            </a:p>
          </p:txBody>
        </p:sp>
      </p:grpSp>
      <p:grpSp>
        <p:nvGrpSpPr>
          <p:cNvPr name="!!S6_Shp31" id="171"/>
          <p:cNvGrpSpPr/>
          <p:nvPr/>
        </p:nvGrpSpPr>
        <p:grpSpPr>
          <a:xfrm rot="0">
            <a:off x="-5804453" y="-2290705"/>
            <a:ext cx="1252133" cy="290705"/>
            <a:chOff x="0" y="0"/>
            <a:chExt cx="329780" cy="76564"/>
          </a:xfrm>
        </p:grpSpPr>
        <p:sp>
          <p:nvSpPr>
            <p:cNvPr name="Freeform 32" id="32"/>
            <p:cNvSpPr/>
            <p:nvPr/>
          </p:nvSpPr>
          <p:spPr>
            <a:xfrm flipH="false" flipV="false" rot="0">
              <a:off x="0" y="0"/>
              <a:ext cx="329780" cy="76564"/>
            </a:xfrm>
            <a:custGeom>
              <a:avLst/>
              <a:gdLst/>
              <a:ahLst/>
              <a:cxnLst/>
              <a:rect r="r" b="b" t="t" l="l"/>
              <a:pathLst>
                <a:path h="76564" w="329780">
                  <a:moveTo>
                    <a:pt x="38282" y="0"/>
                  </a:moveTo>
                  <a:lnTo>
                    <a:pt x="291498" y="0"/>
                  </a:lnTo>
                  <a:cubicBezTo>
                    <a:pt x="312640" y="0"/>
                    <a:pt x="329780" y="17139"/>
                    <a:pt x="329780" y="38282"/>
                  </a:cubicBezTo>
                  <a:lnTo>
                    <a:pt x="329780" y="38282"/>
                  </a:lnTo>
                  <a:cubicBezTo>
                    <a:pt x="329780" y="59425"/>
                    <a:pt x="312640" y="76564"/>
                    <a:pt x="291498" y="76564"/>
                  </a:cubicBezTo>
                  <a:lnTo>
                    <a:pt x="38282" y="76564"/>
                  </a:lnTo>
                  <a:cubicBezTo>
                    <a:pt x="17139" y="76564"/>
                    <a:pt x="0" y="59425"/>
                    <a:pt x="0" y="38282"/>
                  </a:cubicBezTo>
                  <a:lnTo>
                    <a:pt x="0" y="38282"/>
                  </a:lnTo>
                  <a:cubicBezTo>
                    <a:pt x="0" y="17139"/>
                    <a:pt x="17139" y="0"/>
                    <a:pt x="38282"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3" id="33"/>
            <p:cNvSpPr txBox="true"/>
            <p:nvPr/>
          </p:nvSpPr>
          <p:spPr>
            <a:xfrm>
              <a:off x="0" y="-47625"/>
              <a:ext cx="329780" cy="124189"/>
            </a:xfrm>
            <a:prstGeom prst="rect">
              <a:avLst/>
            </a:prstGeom>
          </p:spPr>
          <p:txBody>
            <a:bodyPr anchor="ctr" rtlCol="false" tIns="50800" lIns="50800" bIns="50800" rIns="50800"/>
            <a:lstStyle/>
            <a:p>
              <a:pPr algn="ctr">
                <a:lnSpc>
                  <a:spcPts val="2800"/>
                </a:lnSpc>
              </a:pPr>
            </a:p>
          </p:txBody>
        </p:sp>
      </p:grpSp>
      <p:sp>
        <p:nvSpPr>
          <p:cNvPr name="!!S6_Shp34" id="172"/>
          <p:cNvSpPr/>
          <p:nvPr/>
        </p:nvSpPr>
        <p:spPr>
          <a:xfrm flipH="false" flipV="false" rot="-5400000">
            <a:off x="-8463300" y="-4199301"/>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6_Shp35" id="173"/>
          <p:cNvSpPr/>
          <p:nvPr/>
        </p:nvSpPr>
        <p:spPr>
          <a:xfrm flipH="false" flipV="false" rot="-5400000">
            <a:off x="-8463300" y="-4199301"/>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6_Shp36" id="174"/>
          <p:cNvSpPr/>
          <p:nvPr/>
        </p:nvSpPr>
        <p:spPr>
          <a:xfrm flipH="false" flipV="false" rot="-5400000">
            <a:off x="-8463300" y="9098574"/>
            <a:ext cx="4018656" cy="2199301"/>
          </a:xfrm>
          <a:custGeom>
            <a:avLst/>
            <a:gdLst/>
            <a:ahLst/>
            <a:cxnLst/>
            <a:rect r="r" b="b" t="t" l="l"/>
            <a:pathLst>
              <a:path h="2199301" w="4018656">
                <a:moveTo>
                  <a:pt x="0" y="0"/>
                </a:moveTo>
                <a:lnTo>
                  <a:pt x="4018656" y="0"/>
                </a:lnTo>
                <a:lnTo>
                  <a:pt x="4018656" y="2199301"/>
                </a:lnTo>
                <a:lnTo>
                  <a:pt x="0" y="21993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6_Shp37" id="175"/>
          <p:cNvSpPr/>
          <p:nvPr/>
        </p:nvSpPr>
        <p:spPr>
          <a:xfrm flipH="false" flipV="false" rot="0">
            <a:off x="-8575831" y="8065156"/>
            <a:ext cx="3724613" cy="1212192"/>
          </a:xfrm>
          <a:custGeom>
            <a:avLst/>
            <a:gdLst/>
            <a:ahLst/>
            <a:cxnLst/>
            <a:rect r="r" b="b" t="t" l="l"/>
            <a:pathLst>
              <a:path h="1212192" w="3724613">
                <a:moveTo>
                  <a:pt x="0" y="0"/>
                </a:moveTo>
                <a:lnTo>
                  <a:pt x="3724613" y="0"/>
                </a:lnTo>
                <a:lnTo>
                  <a:pt x="3724613" y="1212192"/>
                </a:lnTo>
                <a:lnTo>
                  <a:pt x="0" y="12121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6_Shp38" id="176"/>
          <p:cNvSpPr/>
          <p:nvPr/>
        </p:nvSpPr>
        <p:spPr>
          <a:xfrm flipH="true" flipV="false" rot="0">
            <a:off x="-6259300" y="8024505"/>
            <a:ext cx="1366938" cy="1366938"/>
          </a:xfrm>
          <a:custGeom>
            <a:avLst/>
            <a:gdLst/>
            <a:ahLst/>
            <a:cxnLst/>
            <a:rect r="r" b="b" t="t" l="l"/>
            <a:pathLst>
              <a:path h="1366938" w="1366938">
                <a:moveTo>
                  <a:pt x="1366938" y="0"/>
                </a:moveTo>
                <a:lnTo>
                  <a:pt x="0" y="0"/>
                </a:lnTo>
                <a:lnTo>
                  <a:pt x="0" y="1366938"/>
                </a:lnTo>
                <a:lnTo>
                  <a:pt x="1366938" y="1366938"/>
                </a:lnTo>
                <a:lnTo>
                  <a:pt x="1366938"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6_Shp39" id="177"/>
          <p:cNvSpPr txBox="true"/>
          <p:nvPr/>
        </p:nvSpPr>
        <p:spPr>
          <a:xfrm rot="0">
            <a:off x="-9276643" y="8136256"/>
            <a:ext cx="4621871"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SAYA</a:t>
            </a:r>
          </a:p>
        </p:txBody>
      </p:sp>
      <p:sp>
        <p:nvSpPr>
          <p:cNvPr name="!!S6_Shp42" id="178"/>
          <p:cNvSpPr txBox="true"/>
          <p:nvPr/>
        </p:nvSpPr>
        <p:spPr>
          <a:xfrm rot="0">
            <a:off x="-13384880" y="6944594"/>
            <a:ext cx="8730108"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SERTIFIKASI</a:t>
            </a:r>
          </a:p>
        </p:txBody>
      </p:sp>
      <p:sp>
        <p:nvSpPr>
          <p:cNvPr name="!!S6_Shp43" id="179"/>
          <p:cNvSpPr txBox="true"/>
          <p:nvPr/>
        </p:nvSpPr>
        <p:spPr>
          <a:xfrm rot="0">
            <a:off x="-6210946" y="-2727075"/>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Pemasaran Media Sosial</a:t>
            </a:r>
          </a:p>
        </p:txBody>
      </p:sp>
      <p:sp>
        <p:nvSpPr>
          <p:cNvPr name="!!S6_Shp44" id="180"/>
          <p:cNvSpPr txBox="true"/>
          <p:nvPr/>
        </p:nvSpPr>
        <p:spPr>
          <a:xfrm rot="0">
            <a:off x="-6655497" y="-2727075"/>
            <a:ext cx="2072951" cy="727075"/>
          </a:xfrm>
          <a:prstGeom prst="rect">
            <a:avLst/>
          </a:prstGeom>
        </p:spPr>
        <p:txBody>
          <a:bodyPr anchor="t" rtlCol="false" tIns="0" lIns="0" bIns="0" rIns="0">
            <a:spAutoFit/>
          </a:bodyPr>
          <a:lstStyle/>
          <a:p>
            <a:pPr algn="ctr">
              <a:lnSpc>
                <a:spcPts val="2899"/>
              </a:lnSpc>
            </a:pPr>
            <a:r>
              <a:rPr lang="en-US" b="true" sz="2499">
                <a:solidFill>
                  <a:srgbClr val="000000"/>
                </a:solidFill>
                <a:latin typeface="Fira Sans Bold"/>
                <a:ea typeface="Fira Sans Bold"/>
                <a:cs typeface="Fira Sans Bold"/>
                <a:sym typeface="Fira Sans Bold"/>
              </a:rPr>
              <a:t>Strategi Konten Digital</a:t>
            </a:r>
          </a:p>
        </p:txBody>
      </p:sp>
      <p:sp>
        <p:nvSpPr>
          <p:cNvPr name="!!S6_Shp45" id="181"/>
          <p:cNvSpPr txBox="true"/>
          <p:nvPr/>
        </p:nvSpPr>
        <p:spPr>
          <a:xfrm rot="0">
            <a:off x="-6093251" y="-2727075"/>
            <a:ext cx="2072951" cy="72707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Komunikasi Digital</a:t>
            </a:r>
          </a:p>
        </p:txBody>
      </p:sp>
      <p:sp>
        <p:nvSpPr>
          <p:cNvPr name="!!S6_Shp46" id="182"/>
          <p:cNvSpPr txBox="true"/>
          <p:nvPr/>
        </p:nvSpPr>
        <p:spPr>
          <a:xfrm rot="0">
            <a:off x="-6653444" y="-2727075"/>
            <a:ext cx="2306610" cy="727075"/>
          </a:xfrm>
          <a:prstGeom prst="rect">
            <a:avLst/>
          </a:prstGeom>
        </p:spPr>
        <p:txBody>
          <a:bodyPr anchor="t" rtlCol="false" tIns="0" lIns="0" bIns="0" rIns="0">
            <a:spAutoFit/>
          </a:bodyPr>
          <a:lstStyle/>
          <a:p>
            <a:pPr algn="ctr">
              <a:lnSpc>
                <a:spcPts val="2899"/>
              </a:lnSpc>
            </a:pPr>
            <a:r>
              <a:rPr lang="en-US" sz="2499" b="true">
                <a:solidFill>
                  <a:srgbClr val="000000"/>
                </a:solidFill>
                <a:latin typeface="Fira Sans Bold"/>
                <a:ea typeface="Fira Sans Bold"/>
                <a:cs typeface="Fira Sans Bold"/>
                <a:sym typeface="Fira Sans Bold"/>
              </a:rPr>
              <a:t>P</a:t>
            </a:r>
            <a:r>
              <a:rPr lang="en-US" b="true" sz="2499">
                <a:solidFill>
                  <a:srgbClr val="000000"/>
                </a:solidFill>
                <a:latin typeface="Fira Sans Bold"/>
                <a:ea typeface="Fira Sans Bold"/>
                <a:cs typeface="Fira Sans Bold"/>
                <a:sym typeface="Fira Sans Bold"/>
              </a:rPr>
              <a:t>roduksi Konten Kreatif</a:t>
            </a:r>
          </a:p>
        </p:txBody>
      </p:sp>
      <p:sp>
        <p:nvSpPr>
          <p:cNvPr name="!!S6_Shp47" id="183"/>
          <p:cNvSpPr txBox="true"/>
          <p:nvPr/>
        </p:nvSpPr>
        <p:spPr>
          <a:xfrm rot="0">
            <a:off x="-7634987" y="-4111375"/>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
        <p:nvSpPr>
          <p:cNvPr name="!!S6_Shp48" id="184"/>
          <p:cNvSpPr txBox="true"/>
          <p:nvPr/>
        </p:nvSpPr>
        <p:spPr>
          <a:xfrm rot="0">
            <a:off x="-7076987" y="-4111375"/>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
        <p:nvSpPr>
          <p:cNvPr name="!!S6_Shp49" id="185"/>
          <p:cNvSpPr txBox="true"/>
          <p:nvPr/>
        </p:nvSpPr>
        <p:spPr>
          <a:xfrm rot="0">
            <a:off x="-7514740" y="-4111375"/>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
        <p:nvSpPr>
          <p:cNvPr name="!!S6_Shp50" id="186"/>
          <p:cNvSpPr txBox="true"/>
          <p:nvPr/>
        </p:nvSpPr>
        <p:spPr>
          <a:xfrm rot="0">
            <a:off x="-6952494" y="-4111375"/>
            <a:ext cx="2913202" cy="2111375"/>
          </a:xfrm>
          <a:prstGeom prst="rect">
            <a:avLst/>
          </a:prstGeom>
        </p:spPr>
        <p:txBody>
          <a:bodyPr anchor="t" rtlCol="false" tIns="0" lIns="0" bIns="0" rIns="0">
            <a:spAutoFit/>
          </a:bodyPr>
          <a:lstStyle/>
          <a:p>
            <a:pPr algn="ctr">
              <a:lnSpc>
                <a:spcPts val="2800"/>
              </a:lnSpc>
            </a:pPr>
            <a:r>
              <a:rPr lang="en-US" sz="2000">
                <a:solidFill>
                  <a:srgbClr val="082009"/>
                </a:solidFill>
                <a:latin typeface="Fira Sans"/>
                <a:ea typeface="Fira Sans"/>
                <a:cs typeface="Fira Sans"/>
                <a:sym typeface="Fira Sans"/>
              </a:rPr>
              <a:t>Lor</a:t>
            </a:r>
            <a:r>
              <a:rPr lang="en-US" sz="2000">
                <a:solidFill>
                  <a:srgbClr val="082009"/>
                </a:solidFill>
                <a:latin typeface="Fira Sans"/>
                <a:ea typeface="Fira Sans"/>
                <a:cs typeface="Fira Sans"/>
                <a:sym typeface="Fira Sans"/>
              </a:rPr>
              <a:t>em ipsum consectetur magna do est nostrud aute et sed minim nulla eiusmod proident labore dolore et culpa cupidatat esse qui nulla enim sunt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txBody>
          <a:bodyPr/>
          <a:p/>
        </p:txBody>
      </p:sp>
      <p:sp>
        <p:nvSpPr>
          <p:cNvPr name="!!S8_Shp3" id="3"/>
          <p:cNvSpPr/>
          <p:nvPr/>
        </p:nvSpPr>
        <p:spPr>
          <a:xfrm flipH="false" flipV="false" rot="0">
            <a:off x="-665602" y="5021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8_Shp4" id="4"/>
          <p:cNvSpPr/>
          <p:nvPr/>
        </p:nvSpPr>
        <p:spPr>
          <a:xfrm flipH="false" flipV="false" rot="0">
            <a:off x="-665602"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8_Shp5" id="5"/>
          <p:cNvSpPr/>
          <p:nvPr/>
        </p:nvSpPr>
        <p:spPr>
          <a:xfrm flipH="false" flipV="false" rot="0">
            <a:off x="665602" y="6331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8_Shp6" id="6"/>
          <p:cNvSpPr/>
          <p:nvPr/>
        </p:nvSpPr>
        <p:spPr>
          <a:xfrm flipH="false" flipV="false" rot="0">
            <a:off x="665602" y="-385591"/>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Persistent_HeaderLine" id="7"/>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8"/>
          <p:cNvGrpSpPr/>
          <p:nvPr/>
        </p:nvGrpSpPr>
        <p:grpSpPr>
          <a:xfrm rot="0">
            <a:off x="15278315" y="805237"/>
            <a:ext cx="1980985" cy="639706"/>
            <a:chOff x="0" y="0"/>
            <a:chExt cx="521741" cy="168482"/>
          </a:xfrm>
        </p:grpSpPr>
        <p:sp>
          <p:nvSpPr>
            <p:cNvPr name="Freeform 9" id="9"/>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10" id="10"/>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8_Shp11" id="11"/>
          <p:cNvGrpSpPr/>
          <p:nvPr/>
        </p:nvGrpSpPr>
        <p:grpSpPr>
          <a:xfrm rot="0">
            <a:off x="2833764" y="1905626"/>
            <a:ext cx="3580931" cy="2274347"/>
            <a:chOff x="0" y="0"/>
            <a:chExt cx="554780" cy="352356"/>
          </a:xfrm>
        </p:grpSpPr>
        <p:sp>
          <p:nvSpPr>
            <p:cNvPr name="Freeform 12" id="12"/>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5"/>
              <a:stretch>
                <a:fillRect l="-810" t="0" r="-810" b="0"/>
              </a:stretch>
            </a:blipFill>
            <a:ln w="47625" cap="sq">
              <a:gradFill>
                <a:gsLst>
                  <a:gs pos="0">
                    <a:srgbClr val="19621D">
                      <a:alpha val="100000"/>
                    </a:srgbClr>
                  </a:gs>
                  <a:gs pos="100000">
                    <a:srgbClr val="0A3931">
                      <a:alpha val="100000"/>
                    </a:srgbClr>
                  </a:gs>
                </a:gsLst>
                <a:lin ang="2700000"/>
              </a:gradFill>
              <a:prstDash val="solid"/>
              <a:miter/>
            </a:ln>
          </p:spPr>
        </p:sp>
      </p:grpSp>
      <p:grpSp>
        <p:nvGrpSpPr>
          <p:cNvPr name="!!S8_Shp13" id="13"/>
          <p:cNvGrpSpPr/>
          <p:nvPr/>
        </p:nvGrpSpPr>
        <p:grpSpPr>
          <a:xfrm rot="0">
            <a:off x="2833764" y="4327544"/>
            <a:ext cx="3580931" cy="2274347"/>
            <a:chOff x="0" y="0"/>
            <a:chExt cx="554780" cy="352356"/>
          </a:xfrm>
        </p:grpSpPr>
        <p:sp>
          <p:nvSpPr>
            <p:cNvPr name="Freeform 14" id="14"/>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6"/>
              <a:stretch>
                <a:fillRect l="0" t="-2530" r="0" b="-2530"/>
              </a:stretch>
            </a:blipFill>
            <a:ln w="47625" cap="sq">
              <a:gradFill>
                <a:gsLst>
                  <a:gs pos="0">
                    <a:srgbClr val="19621D">
                      <a:alpha val="100000"/>
                    </a:srgbClr>
                  </a:gs>
                  <a:gs pos="100000">
                    <a:srgbClr val="0A3931">
                      <a:alpha val="100000"/>
                    </a:srgbClr>
                  </a:gs>
                </a:gsLst>
                <a:lin ang="2700000"/>
              </a:gradFill>
              <a:prstDash val="solid"/>
              <a:miter/>
            </a:ln>
          </p:spPr>
        </p:sp>
      </p:grpSp>
      <p:grpSp>
        <p:nvGrpSpPr>
          <p:cNvPr name="!!S8_Shp15" id="15"/>
          <p:cNvGrpSpPr/>
          <p:nvPr/>
        </p:nvGrpSpPr>
        <p:grpSpPr>
          <a:xfrm rot="0">
            <a:off x="6636582" y="1905626"/>
            <a:ext cx="3580931" cy="2274347"/>
            <a:chOff x="0" y="0"/>
            <a:chExt cx="554780" cy="352356"/>
          </a:xfrm>
        </p:grpSpPr>
        <p:sp>
          <p:nvSpPr>
            <p:cNvPr name="Freeform 16" id="16"/>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7"/>
              <a:stretch>
                <a:fillRect l="0" t="-28724" r="0" b="-28724"/>
              </a:stretch>
            </a:blipFill>
            <a:ln w="47625" cap="sq">
              <a:gradFill>
                <a:gsLst>
                  <a:gs pos="0">
                    <a:srgbClr val="19621D">
                      <a:alpha val="100000"/>
                    </a:srgbClr>
                  </a:gs>
                  <a:gs pos="100000">
                    <a:srgbClr val="0A3931">
                      <a:alpha val="100000"/>
                    </a:srgbClr>
                  </a:gs>
                </a:gsLst>
                <a:lin ang="2700000"/>
              </a:gradFill>
              <a:prstDash val="solid"/>
              <a:miter/>
            </a:ln>
          </p:spPr>
        </p:sp>
      </p:grpSp>
      <p:grpSp>
        <p:nvGrpSpPr>
          <p:cNvPr name="!!S8_Shp17" id="17"/>
          <p:cNvGrpSpPr/>
          <p:nvPr/>
        </p:nvGrpSpPr>
        <p:grpSpPr>
          <a:xfrm rot="0">
            <a:off x="6636582" y="4327544"/>
            <a:ext cx="3580931" cy="2274347"/>
            <a:chOff x="0" y="0"/>
            <a:chExt cx="554780" cy="352356"/>
          </a:xfrm>
        </p:grpSpPr>
        <p:sp>
          <p:nvSpPr>
            <p:cNvPr name="Freeform 18" id="18"/>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8"/>
              <a:stretch>
                <a:fillRect l="0" t="-28724" r="0" b="-28724"/>
              </a:stretch>
            </a:blipFill>
            <a:ln w="47625" cap="sq">
              <a:gradFill>
                <a:gsLst>
                  <a:gs pos="0">
                    <a:srgbClr val="19621D">
                      <a:alpha val="100000"/>
                    </a:srgbClr>
                  </a:gs>
                  <a:gs pos="100000">
                    <a:srgbClr val="0A3931">
                      <a:alpha val="100000"/>
                    </a:srgbClr>
                  </a:gs>
                </a:gsLst>
                <a:lin ang="2700000"/>
              </a:gradFill>
              <a:prstDash val="solid"/>
              <a:miter/>
            </a:ln>
          </p:spPr>
        </p:sp>
      </p:grpSp>
      <p:sp>
        <p:nvSpPr>
          <p:cNvPr name="!!S8_Shp19" id="19"/>
          <p:cNvSpPr/>
          <p:nvPr/>
        </p:nvSpPr>
        <p:spPr>
          <a:xfrm flipH="false" flipV="true" rot="-5400000">
            <a:off x="15572536" y="7572766"/>
            <a:ext cx="879657" cy="2493872"/>
          </a:xfrm>
          <a:custGeom>
            <a:avLst/>
            <a:gdLst/>
            <a:ahLst/>
            <a:cxnLst/>
            <a:rect r="r" b="b" t="t" l="l"/>
            <a:pathLst>
              <a:path h="2493872" w="879657">
                <a:moveTo>
                  <a:pt x="0" y="2493872"/>
                </a:moveTo>
                <a:lnTo>
                  <a:pt x="879656" y="2493872"/>
                </a:lnTo>
                <a:lnTo>
                  <a:pt x="879656" y="0"/>
                </a:lnTo>
                <a:lnTo>
                  <a:pt x="0" y="0"/>
                </a:lnTo>
                <a:lnTo>
                  <a:pt x="0" y="2493872"/>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S8_Shp20" id="20"/>
          <p:cNvSpPr/>
          <p:nvPr/>
        </p:nvSpPr>
        <p:spPr>
          <a:xfrm flipH="false" flipV="false" rot="0">
            <a:off x="10920512" y="2322229"/>
            <a:ext cx="2584088" cy="1301440"/>
          </a:xfrm>
          <a:custGeom>
            <a:avLst/>
            <a:gdLst/>
            <a:ahLst/>
            <a:cxnLst/>
            <a:rect r="r" b="b" t="t" l="l"/>
            <a:pathLst>
              <a:path h="1301440" w="2584088">
                <a:moveTo>
                  <a:pt x="0" y="0"/>
                </a:moveTo>
                <a:lnTo>
                  <a:pt x="2584087" y="0"/>
                </a:lnTo>
                <a:lnTo>
                  <a:pt x="2584087" y="1301441"/>
                </a:lnTo>
                <a:lnTo>
                  <a:pt x="0" y="13014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sp>
        <p:nvSpPr>
          <p:cNvPr name="!!S8_Shp21" id="21"/>
          <p:cNvSpPr txBox="true"/>
          <p:nvPr/>
        </p:nvSpPr>
        <p:spPr>
          <a:xfrm rot="0">
            <a:off x="2833764" y="7088809"/>
            <a:ext cx="10276459"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PORTOFOLIO</a:t>
            </a:r>
          </a:p>
        </p:txBody>
      </p:sp>
      <p:sp>
        <p:nvSpPr>
          <p:cNvPr name="!!Persistent_PageNumber" id="22"/>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08</a:t>
            </a:r>
          </a:p>
        </p:txBody>
      </p:sp>
      <p:sp>
        <p:nvSpPr>
          <p:cNvPr name="!!Persistent_HeaderTitle" id="23"/>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8_Shp24" id="24"/>
          <p:cNvSpPr txBox="true"/>
          <p:nvPr/>
        </p:nvSpPr>
        <p:spPr>
          <a:xfrm rot="0">
            <a:off x="2833764" y="8136256"/>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PILIHAN</a:t>
            </a:r>
          </a:p>
        </p:txBody>
      </p:sp>
      <p:sp>
        <p:nvSpPr>
          <p:cNvPr name="!!S8_Shp25" id="25"/>
          <p:cNvSpPr txBox="true"/>
          <p:nvPr/>
        </p:nvSpPr>
        <p:spPr>
          <a:xfrm rot="0">
            <a:off x="10920512" y="3988866"/>
            <a:ext cx="6338788" cy="261302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Lo</a:t>
            </a:r>
            <a:r>
              <a:rPr lang="en-US" sz="2499">
                <a:solidFill>
                  <a:srgbClr val="082009"/>
                </a:solidFill>
                <a:latin typeface="Fira Sans"/>
                <a:ea typeface="Fira Sans"/>
                <a:cs typeface="Fira Sans"/>
                <a:sym typeface="Fira Sans"/>
              </a:rPr>
              <a:t>rem ipsum consectetur magna do est nostrud aute et sed minim nulla eiusmod proident labore dolore et culpa cupidatat esse qui nulla enim sunt veniam pariatur dolore ipsum proident adipiscing eiusmod irure culpa dolore commodo et </a:t>
            </a:r>
          </a:p>
        </p:txBody>
      </p:sp>
      <p:sp>
        <p:nvSpPr>
          <p:cNvPr name="!!S9_Shp3" id="150"/>
          <p:cNvSpPr/>
          <p:nvPr/>
        </p:nvSpPr>
        <p:spPr>
          <a:xfrm flipH="false" flipV="false" rot="0">
            <a:off x="13964798" y="12808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9_Shp4" id="151"/>
          <p:cNvSpPr/>
          <p:nvPr/>
        </p:nvSpPr>
        <p:spPr>
          <a:xfrm flipH="false" flipV="false" rot="0">
            <a:off x="21622398"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9_Shp5" id="152"/>
          <p:cNvSpPr/>
          <p:nvPr/>
        </p:nvSpPr>
        <p:spPr>
          <a:xfrm flipH="false" flipV="false" rot="0">
            <a:off x="15296002" y="13118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9_Shp6" id="153"/>
          <p:cNvSpPr/>
          <p:nvPr/>
        </p:nvSpPr>
        <p:spPr>
          <a:xfrm flipH="false" flipV="false" rot="0">
            <a:off x="21953602" y="-385591"/>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9_Shp11" id="154"/>
          <p:cNvGrpSpPr/>
          <p:nvPr/>
        </p:nvGrpSpPr>
        <p:grpSpPr>
          <a:xfrm rot="0">
            <a:off x="21951463" y="2156941"/>
            <a:ext cx="3903499" cy="2234492"/>
            <a:chOff x="0" y="0"/>
            <a:chExt cx="1028082" cy="588508"/>
          </a:xfrm>
        </p:grpSpPr>
        <p:sp>
          <p:nvSpPr>
            <p:cNvPr name="Freeform 12" id="12"/>
            <p:cNvSpPr/>
            <p:nvPr/>
          </p:nvSpPr>
          <p:spPr>
            <a:xfrm flipH="false" flipV="false" rot="0">
              <a:off x="0" y="0"/>
              <a:ext cx="1028082" cy="588508"/>
            </a:xfrm>
            <a:custGeom>
              <a:avLst/>
              <a:gdLst/>
              <a:ahLst/>
              <a:cxnLst/>
              <a:rect r="r" b="b" t="t" l="l"/>
              <a:pathLst>
                <a:path h="588508" w="1028082">
                  <a:moveTo>
                    <a:pt x="25783" y="0"/>
                  </a:moveTo>
                  <a:lnTo>
                    <a:pt x="1002299" y="0"/>
                  </a:lnTo>
                  <a:cubicBezTo>
                    <a:pt x="1016539" y="0"/>
                    <a:pt x="1028082" y="11544"/>
                    <a:pt x="1028082" y="25783"/>
                  </a:cubicBezTo>
                  <a:lnTo>
                    <a:pt x="1028082" y="562725"/>
                  </a:lnTo>
                  <a:cubicBezTo>
                    <a:pt x="1028082" y="569563"/>
                    <a:pt x="1025366" y="576121"/>
                    <a:pt x="1020530" y="580956"/>
                  </a:cubicBezTo>
                  <a:cubicBezTo>
                    <a:pt x="1015695" y="585792"/>
                    <a:pt x="1009137" y="588508"/>
                    <a:pt x="1002299" y="588508"/>
                  </a:cubicBezTo>
                  <a:lnTo>
                    <a:pt x="25783" y="588508"/>
                  </a:lnTo>
                  <a:cubicBezTo>
                    <a:pt x="11544" y="588508"/>
                    <a:pt x="0" y="576965"/>
                    <a:pt x="0" y="562725"/>
                  </a:cubicBezTo>
                  <a:lnTo>
                    <a:pt x="0" y="25783"/>
                  </a:lnTo>
                  <a:cubicBezTo>
                    <a:pt x="0" y="18945"/>
                    <a:pt x="2716" y="12387"/>
                    <a:pt x="7552" y="7552"/>
                  </a:cubicBezTo>
                  <a:cubicBezTo>
                    <a:pt x="12387" y="2716"/>
                    <a:pt x="18945" y="0"/>
                    <a:pt x="25783"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1028082" cy="636133"/>
            </a:xfrm>
            <a:prstGeom prst="rect">
              <a:avLst/>
            </a:prstGeom>
          </p:spPr>
          <p:txBody>
            <a:bodyPr anchor="ctr" rtlCol="false" tIns="50800" lIns="50800" bIns="50800" rIns="50800"/>
            <a:lstStyle/>
            <a:p>
              <a:pPr algn="ctr">
                <a:lnSpc>
                  <a:spcPts val="2800"/>
                </a:lnSpc>
              </a:pPr>
            </a:p>
          </p:txBody>
        </p:sp>
      </p:grpSp>
      <p:grpSp>
        <p:nvGrpSpPr>
          <p:cNvPr name="!!S9_Shp14" id="155"/>
          <p:cNvGrpSpPr/>
          <p:nvPr/>
        </p:nvGrpSpPr>
        <p:grpSpPr>
          <a:xfrm rot="0">
            <a:off x="23293863" y="13290511"/>
            <a:ext cx="3903499" cy="2237356"/>
            <a:chOff x="0" y="0"/>
            <a:chExt cx="1028082" cy="589262"/>
          </a:xfrm>
        </p:grpSpPr>
        <p:sp>
          <p:nvSpPr>
            <p:cNvPr name="Freeform 15" id="15"/>
            <p:cNvSpPr/>
            <p:nvPr/>
          </p:nvSpPr>
          <p:spPr>
            <a:xfrm flipH="false" flipV="false" rot="0">
              <a:off x="0" y="0"/>
              <a:ext cx="1028082" cy="589262"/>
            </a:xfrm>
            <a:custGeom>
              <a:avLst/>
              <a:gdLst/>
              <a:ahLst/>
              <a:cxnLst/>
              <a:rect r="r" b="b" t="t" l="l"/>
              <a:pathLst>
                <a:path h="589262" w="1028082">
                  <a:moveTo>
                    <a:pt x="25783" y="0"/>
                  </a:moveTo>
                  <a:lnTo>
                    <a:pt x="1002299" y="0"/>
                  </a:lnTo>
                  <a:cubicBezTo>
                    <a:pt x="1016539" y="0"/>
                    <a:pt x="1028082" y="11544"/>
                    <a:pt x="1028082" y="25783"/>
                  </a:cubicBezTo>
                  <a:lnTo>
                    <a:pt x="1028082" y="563479"/>
                  </a:lnTo>
                  <a:cubicBezTo>
                    <a:pt x="1028082" y="570317"/>
                    <a:pt x="1025366" y="576875"/>
                    <a:pt x="1020530" y="581711"/>
                  </a:cubicBezTo>
                  <a:cubicBezTo>
                    <a:pt x="1015695" y="586546"/>
                    <a:pt x="1009137" y="589262"/>
                    <a:pt x="1002299" y="589262"/>
                  </a:cubicBezTo>
                  <a:lnTo>
                    <a:pt x="25783" y="589262"/>
                  </a:lnTo>
                  <a:cubicBezTo>
                    <a:pt x="11544" y="589262"/>
                    <a:pt x="0" y="577719"/>
                    <a:pt x="0" y="563479"/>
                  </a:cubicBezTo>
                  <a:lnTo>
                    <a:pt x="0" y="25783"/>
                  </a:lnTo>
                  <a:cubicBezTo>
                    <a:pt x="0" y="18945"/>
                    <a:pt x="2716" y="12387"/>
                    <a:pt x="7552" y="7552"/>
                  </a:cubicBezTo>
                  <a:cubicBezTo>
                    <a:pt x="12387" y="2716"/>
                    <a:pt x="18945" y="0"/>
                    <a:pt x="25783"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6" id="16"/>
            <p:cNvSpPr txBox="true"/>
            <p:nvPr/>
          </p:nvSpPr>
          <p:spPr>
            <a:xfrm>
              <a:off x="0" y="-47625"/>
              <a:ext cx="1028082" cy="636887"/>
            </a:xfrm>
            <a:prstGeom prst="rect">
              <a:avLst/>
            </a:prstGeom>
          </p:spPr>
          <p:txBody>
            <a:bodyPr anchor="ctr" rtlCol="false" tIns="50800" lIns="50800" bIns="50800" rIns="50800"/>
            <a:lstStyle/>
            <a:p>
              <a:pPr algn="ctr">
                <a:lnSpc>
                  <a:spcPts val="2800"/>
                </a:lnSpc>
              </a:pPr>
            </a:p>
          </p:txBody>
        </p:sp>
      </p:grpSp>
      <p:grpSp>
        <p:nvGrpSpPr>
          <p:cNvPr name="!!S9_Shp17" id="156"/>
          <p:cNvGrpSpPr/>
          <p:nvPr/>
        </p:nvGrpSpPr>
        <p:grpSpPr>
          <a:xfrm rot="-10800000">
            <a:off x="27356950" y="13293375"/>
            <a:ext cx="3903499" cy="2234492"/>
            <a:chOff x="0" y="0"/>
            <a:chExt cx="1028082" cy="588508"/>
          </a:xfrm>
        </p:grpSpPr>
        <p:sp>
          <p:nvSpPr>
            <p:cNvPr name="Freeform 18" id="18"/>
            <p:cNvSpPr/>
            <p:nvPr/>
          </p:nvSpPr>
          <p:spPr>
            <a:xfrm flipH="false" flipV="false" rot="0">
              <a:off x="0" y="0"/>
              <a:ext cx="1028082" cy="588508"/>
            </a:xfrm>
            <a:custGeom>
              <a:avLst/>
              <a:gdLst/>
              <a:ahLst/>
              <a:cxnLst/>
              <a:rect r="r" b="b" t="t" l="l"/>
              <a:pathLst>
                <a:path h="588508" w="1028082">
                  <a:moveTo>
                    <a:pt x="25783" y="0"/>
                  </a:moveTo>
                  <a:lnTo>
                    <a:pt x="1002299" y="0"/>
                  </a:lnTo>
                  <a:cubicBezTo>
                    <a:pt x="1016539" y="0"/>
                    <a:pt x="1028082" y="11544"/>
                    <a:pt x="1028082" y="25783"/>
                  </a:cubicBezTo>
                  <a:lnTo>
                    <a:pt x="1028082" y="562725"/>
                  </a:lnTo>
                  <a:cubicBezTo>
                    <a:pt x="1028082" y="569563"/>
                    <a:pt x="1025366" y="576121"/>
                    <a:pt x="1020530" y="580956"/>
                  </a:cubicBezTo>
                  <a:cubicBezTo>
                    <a:pt x="1015695" y="585792"/>
                    <a:pt x="1009137" y="588508"/>
                    <a:pt x="1002299" y="588508"/>
                  </a:cubicBezTo>
                  <a:lnTo>
                    <a:pt x="25783" y="588508"/>
                  </a:lnTo>
                  <a:cubicBezTo>
                    <a:pt x="11544" y="588508"/>
                    <a:pt x="0" y="576965"/>
                    <a:pt x="0" y="562725"/>
                  </a:cubicBezTo>
                  <a:lnTo>
                    <a:pt x="0" y="25783"/>
                  </a:lnTo>
                  <a:cubicBezTo>
                    <a:pt x="0" y="18945"/>
                    <a:pt x="2716" y="12387"/>
                    <a:pt x="7552" y="7552"/>
                  </a:cubicBezTo>
                  <a:cubicBezTo>
                    <a:pt x="12387" y="2716"/>
                    <a:pt x="18945" y="0"/>
                    <a:pt x="25783"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1028082" cy="636133"/>
            </a:xfrm>
            <a:prstGeom prst="rect">
              <a:avLst/>
            </a:prstGeom>
          </p:spPr>
          <p:txBody>
            <a:bodyPr anchor="ctr" rtlCol="false" tIns="50800" lIns="50800" bIns="50800" rIns="50800"/>
            <a:lstStyle/>
            <a:p>
              <a:pPr algn="ctr">
                <a:lnSpc>
                  <a:spcPts val="2800"/>
                </a:lnSpc>
              </a:pPr>
            </a:p>
          </p:txBody>
        </p:sp>
      </p:grpSp>
      <p:grpSp>
        <p:nvGrpSpPr>
          <p:cNvPr name="!!S9_Shp20" id="157"/>
          <p:cNvGrpSpPr/>
          <p:nvPr/>
        </p:nvGrpSpPr>
        <p:grpSpPr>
          <a:xfrm rot="-10800000">
            <a:off x="22014550" y="2156941"/>
            <a:ext cx="3903499" cy="2237356"/>
            <a:chOff x="0" y="0"/>
            <a:chExt cx="1028082" cy="589262"/>
          </a:xfrm>
        </p:grpSpPr>
        <p:sp>
          <p:nvSpPr>
            <p:cNvPr name="Freeform 21" id="21"/>
            <p:cNvSpPr/>
            <p:nvPr/>
          </p:nvSpPr>
          <p:spPr>
            <a:xfrm flipH="false" flipV="false" rot="0">
              <a:off x="0" y="0"/>
              <a:ext cx="1028082" cy="589262"/>
            </a:xfrm>
            <a:custGeom>
              <a:avLst/>
              <a:gdLst/>
              <a:ahLst/>
              <a:cxnLst/>
              <a:rect r="r" b="b" t="t" l="l"/>
              <a:pathLst>
                <a:path h="589262" w="1028082">
                  <a:moveTo>
                    <a:pt x="25783" y="0"/>
                  </a:moveTo>
                  <a:lnTo>
                    <a:pt x="1002299" y="0"/>
                  </a:lnTo>
                  <a:cubicBezTo>
                    <a:pt x="1016539" y="0"/>
                    <a:pt x="1028082" y="11544"/>
                    <a:pt x="1028082" y="25783"/>
                  </a:cubicBezTo>
                  <a:lnTo>
                    <a:pt x="1028082" y="563479"/>
                  </a:lnTo>
                  <a:cubicBezTo>
                    <a:pt x="1028082" y="570317"/>
                    <a:pt x="1025366" y="576875"/>
                    <a:pt x="1020530" y="581711"/>
                  </a:cubicBezTo>
                  <a:cubicBezTo>
                    <a:pt x="1015695" y="586546"/>
                    <a:pt x="1009137" y="589262"/>
                    <a:pt x="1002299" y="589262"/>
                  </a:cubicBezTo>
                  <a:lnTo>
                    <a:pt x="25783" y="589262"/>
                  </a:lnTo>
                  <a:cubicBezTo>
                    <a:pt x="11544" y="589262"/>
                    <a:pt x="0" y="577719"/>
                    <a:pt x="0" y="563479"/>
                  </a:cubicBezTo>
                  <a:lnTo>
                    <a:pt x="0" y="25783"/>
                  </a:lnTo>
                  <a:cubicBezTo>
                    <a:pt x="0" y="18945"/>
                    <a:pt x="2716" y="12387"/>
                    <a:pt x="7552" y="7552"/>
                  </a:cubicBezTo>
                  <a:cubicBezTo>
                    <a:pt x="12387" y="2716"/>
                    <a:pt x="18945" y="0"/>
                    <a:pt x="25783"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2" id="22"/>
            <p:cNvSpPr txBox="true"/>
            <p:nvPr/>
          </p:nvSpPr>
          <p:spPr>
            <a:xfrm>
              <a:off x="0" y="-47625"/>
              <a:ext cx="1028082" cy="636887"/>
            </a:xfrm>
            <a:prstGeom prst="rect">
              <a:avLst/>
            </a:prstGeom>
          </p:spPr>
          <p:txBody>
            <a:bodyPr anchor="ctr" rtlCol="false" tIns="50800" lIns="50800" bIns="50800" rIns="50800"/>
            <a:lstStyle/>
            <a:p>
              <a:pPr algn="ctr">
                <a:lnSpc>
                  <a:spcPts val="2800"/>
                </a:lnSpc>
              </a:pPr>
            </a:p>
          </p:txBody>
        </p:sp>
      </p:grpSp>
      <p:sp>
        <p:nvSpPr>
          <p:cNvPr name="!!S9_Shp23" id="158"/>
          <p:cNvSpPr/>
          <p:nvPr/>
        </p:nvSpPr>
        <p:spPr>
          <a:xfrm flipH="false" flipV="false" rot="0">
            <a:off x="17464164" y="13420503"/>
            <a:ext cx="2639858" cy="907151"/>
          </a:xfrm>
          <a:custGeom>
            <a:avLst/>
            <a:gdLst/>
            <a:ahLst/>
            <a:cxnLst/>
            <a:rect r="r" b="b" t="t" l="l"/>
            <a:pathLst>
              <a:path h="907151" w="2639858">
                <a:moveTo>
                  <a:pt x="0" y="0"/>
                </a:moveTo>
                <a:lnTo>
                  <a:pt x="2639859" y="0"/>
                </a:lnTo>
                <a:lnTo>
                  <a:pt x="2639859" y="907151"/>
                </a:lnTo>
                <a:lnTo>
                  <a:pt x="0" y="9071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9_Shp24" id="159"/>
          <p:cNvSpPr/>
          <p:nvPr/>
        </p:nvSpPr>
        <p:spPr>
          <a:xfrm flipH="false" flipV="false" rot="0">
            <a:off x="30856274" y="13566092"/>
            <a:ext cx="989738" cy="986139"/>
          </a:xfrm>
          <a:custGeom>
            <a:avLst/>
            <a:gdLst/>
            <a:ahLst/>
            <a:cxnLst/>
            <a:rect r="r" b="b" t="t" l="l"/>
            <a:pathLst>
              <a:path h="986139" w="989738">
                <a:moveTo>
                  <a:pt x="0" y="0"/>
                </a:moveTo>
                <a:lnTo>
                  <a:pt x="989738" y="0"/>
                </a:lnTo>
                <a:lnTo>
                  <a:pt x="989738" y="986139"/>
                </a:lnTo>
                <a:lnTo>
                  <a:pt x="0" y="98613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9_Shp25" id="160"/>
          <p:cNvSpPr txBox="true"/>
          <p:nvPr/>
        </p:nvSpPr>
        <p:spPr>
          <a:xfrm rot="0">
            <a:off x="17464164" y="12875809"/>
            <a:ext cx="10276459"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PENCAPAIAN</a:t>
            </a:r>
          </a:p>
        </p:txBody>
      </p:sp>
      <p:sp>
        <p:nvSpPr>
          <p:cNvPr name="!!S9_Shp28" id="161"/>
          <p:cNvSpPr txBox="true"/>
          <p:nvPr/>
        </p:nvSpPr>
        <p:spPr>
          <a:xfrm rot="0">
            <a:off x="17464164" y="12923256"/>
            <a:ext cx="973319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KREATIF</a:t>
            </a:r>
          </a:p>
        </p:txBody>
      </p:sp>
      <p:sp>
        <p:nvSpPr>
          <p:cNvPr name="!!S9_Shp29" id="162"/>
          <p:cNvSpPr txBox="true"/>
          <p:nvPr/>
        </p:nvSpPr>
        <p:spPr>
          <a:xfrm rot="0">
            <a:off x="21505415" y="2484673"/>
            <a:ext cx="2795596" cy="1114425"/>
          </a:xfrm>
          <a:prstGeom prst="rect">
            <a:avLst/>
          </a:prstGeom>
        </p:spPr>
        <p:txBody>
          <a:bodyPr anchor="t" rtlCol="false" tIns="0" lIns="0" bIns="0" rIns="0">
            <a:spAutoFit/>
          </a:bodyPr>
          <a:lstStyle/>
          <a:p>
            <a:pPr algn="ctr">
              <a:lnSpc>
                <a:spcPts val="8700"/>
              </a:lnSpc>
            </a:pPr>
            <a:r>
              <a:rPr lang="en-US" sz="7500" b="true">
                <a:solidFill>
                  <a:srgbClr val="FDFDFD"/>
                </a:solidFill>
                <a:latin typeface="Fira Sans Bold"/>
                <a:ea typeface="Fira Sans Bold"/>
                <a:cs typeface="Fira Sans Bold"/>
                <a:sym typeface="Fira Sans Bold"/>
              </a:rPr>
              <a:t>300+</a:t>
            </a:r>
          </a:p>
        </p:txBody>
      </p:sp>
      <p:sp>
        <p:nvSpPr>
          <p:cNvPr name="!!S9_Shp30" id="163"/>
          <p:cNvSpPr txBox="true"/>
          <p:nvPr/>
        </p:nvSpPr>
        <p:spPr>
          <a:xfrm rot="0">
            <a:off x="21476840" y="3608623"/>
            <a:ext cx="2795596" cy="443865"/>
          </a:xfrm>
          <a:prstGeom prst="rect">
            <a:avLst/>
          </a:prstGeom>
        </p:spPr>
        <p:txBody>
          <a:bodyPr anchor="t" rtlCol="false" tIns="0" lIns="0" bIns="0" rIns="0">
            <a:spAutoFit/>
          </a:bodyPr>
          <a:lstStyle/>
          <a:p>
            <a:pPr algn="ctr">
              <a:lnSpc>
                <a:spcPts val="3479"/>
              </a:lnSpc>
            </a:pPr>
            <a:r>
              <a:rPr lang="en-US" sz="3000">
                <a:solidFill>
                  <a:srgbClr val="FDFDFD"/>
                </a:solidFill>
                <a:latin typeface="Fira Sans"/>
                <a:ea typeface="Fira Sans"/>
                <a:cs typeface="Fira Sans"/>
                <a:sym typeface="Fira Sans"/>
              </a:rPr>
              <a:t>Konten Digital</a:t>
            </a:r>
          </a:p>
        </p:txBody>
      </p:sp>
      <p:sp>
        <p:nvSpPr>
          <p:cNvPr name="!!S9_Shp31" id="164"/>
          <p:cNvSpPr txBox="true"/>
          <p:nvPr/>
        </p:nvSpPr>
        <p:spPr>
          <a:xfrm rot="0">
            <a:off x="27925189" y="13636238"/>
            <a:ext cx="2795596" cy="1114425"/>
          </a:xfrm>
          <a:prstGeom prst="rect">
            <a:avLst/>
          </a:prstGeom>
        </p:spPr>
        <p:txBody>
          <a:bodyPr anchor="t" rtlCol="false" tIns="0" lIns="0" bIns="0" rIns="0">
            <a:spAutoFit/>
          </a:bodyPr>
          <a:lstStyle/>
          <a:p>
            <a:pPr algn="ctr">
              <a:lnSpc>
                <a:spcPts val="8700"/>
              </a:lnSpc>
            </a:pPr>
            <a:r>
              <a:rPr lang="en-US" sz="7500" b="true">
                <a:solidFill>
                  <a:srgbClr val="FDFDFD"/>
                </a:solidFill>
                <a:latin typeface="Fira Sans Bold"/>
                <a:ea typeface="Fira Sans Bold"/>
                <a:cs typeface="Fira Sans Bold"/>
                <a:sym typeface="Fira Sans Bold"/>
              </a:rPr>
              <a:t>30+</a:t>
            </a:r>
          </a:p>
        </p:txBody>
      </p:sp>
      <p:sp>
        <p:nvSpPr>
          <p:cNvPr name="!!S9_Shp32" id="165"/>
          <p:cNvSpPr txBox="true"/>
          <p:nvPr/>
        </p:nvSpPr>
        <p:spPr>
          <a:xfrm rot="0">
            <a:off x="27655357" y="13760188"/>
            <a:ext cx="3335260" cy="443865"/>
          </a:xfrm>
          <a:prstGeom prst="rect">
            <a:avLst/>
          </a:prstGeom>
        </p:spPr>
        <p:txBody>
          <a:bodyPr anchor="t" rtlCol="false" tIns="0" lIns="0" bIns="0" rIns="0">
            <a:spAutoFit/>
          </a:bodyPr>
          <a:lstStyle/>
          <a:p>
            <a:pPr algn="ctr">
              <a:lnSpc>
                <a:spcPts val="3479"/>
              </a:lnSpc>
            </a:pPr>
            <a:r>
              <a:rPr lang="en-US" sz="3000">
                <a:solidFill>
                  <a:srgbClr val="FDFDFD"/>
                </a:solidFill>
                <a:latin typeface="Fira Sans"/>
                <a:ea typeface="Fira Sans"/>
                <a:cs typeface="Fira Sans"/>
                <a:sym typeface="Fira Sans"/>
              </a:rPr>
              <a:t>Kampanye Konten</a:t>
            </a:r>
          </a:p>
        </p:txBody>
      </p:sp>
      <p:sp>
        <p:nvSpPr>
          <p:cNvPr name="!!S9_Shp33" id="166"/>
          <p:cNvSpPr txBox="true"/>
          <p:nvPr/>
        </p:nvSpPr>
        <p:spPr>
          <a:xfrm rot="0">
            <a:off x="21582789" y="2501236"/>
            <a:ext cx="2795596" cy="1114425"/>
          </a:xfrm>
          <a:prstGeom prst="rect">
            <a:avLst/>
          </a:prstGeom>
        </p:spPr>
        <p:txBody>
          <a:bodyPr anchor="t" rtlCol="false" tIns="0" lIns="0" bIns="0" rIns="0">
            <a:spAutoFit/>
          </a:bodyPr>
          <a:lstStyle/>
          <a:p>
            <a:pPr algn="ctr">
              <a:lnSpc>
                <a:spcPts val="8700"/>
              </a:lnSpc>
            </a:pPr>
            <a:r>
              <a:rPr lang="en-US" sz="7500" b="true">
                <a:solidFill>
                  <a:srgbClr val="165325"/>
                </a:solidFill>
                <a:latin typeface="Fira Sans Bold"/>
                <a:ea typeface="Fira Sans Bold"/>
                <a:cs typeface="Fira Sans Bold"/>
                <a:sym typeface="Fira Sans Bold"/>
              </a:rPr>
              <a:t>5</a:t>
            </a:r>
            <a:r>
              <a:rPr lang="en-US" b="true" sz="7500">
                <a:solidFill>
                  <a:srgbClr val="165325"/>
                </a:solidFill>
                <a:latin typeface="Fira Sans Bold"/>
                <a:ea typeface="Fira Sans Bold"/>
                <a:cs typeface="Fira Sans Bold"/>
                <a:sym typeface="Fira Sans Bold"/>
              </a:rPr>
              <a:t>0+</a:t>
            </a:r>
          </a:p>
        </p:txBody>
      </p:sp>
      <p:sp>
        <p:nvSpPr>
          <p:cNvPr name="!!S9_Shp34" id="167"/>
          <p:cNvSpPr txBox="true"/>
          <p:nvPr/>
        </p:nvSpPr>
        <p:spPr>
          <a:xfrm rot="0">
            <a:off x="21554214" y="3625186"/>
            <a:ext cx="2795596" cy="443865"/>
          </a:xfrm>
          <a:prstGeom prst="rect">
            <a:avLst/>
          </a:prstGeom>
        </p:spPr>
        <p:txBody>
          <a:bodyPr anchor="t" rtlCol="false" tIns="0" lIns="0" bIns="0" rIns="0">
            <a:spAutoFit/>
          </a:bodyPr>
          <a:lstStyle/>
          <a:p>
            <a:pPr algn="ctr">
              <a:lnSpc>
                <a:spcPts val="3479"/>
              </a:lnSpc>
            </a:pPr>
            <a:r>
              <a:rPr lang="en-US" sz="3000">
                <a:solidFill>
                  <a:srgbClr val="165325"/>
                </a:solidFill>
                <a:latin typeface="Fira Sans"/>
                <a:ea typeface="Fira Sans"/>
                <a:cs typeface="Fira Sans"/>
                <a:sym typeface="Fira Sans"/>
              </a:rPr>
              <a:t>Proyek Kreatif</a:t>
            </a:r>
          </a:p>
        </p:txBody>
      </p:sp>
      <p:sp>
        <p:nvSpPr>
          <p:cNvPr name="!!S9_Shp35" id="168"/>
          <p:cNvSpPr txBox="true"/>
          <p:nvPr/>
        </p:nvSpPr>
        <p:spPr>
          <a:xfrm rot="0">
            <a:off x="23876390" y="13682432"/>
            <a:ext cx="2795596" cy="1114425"/>
          </a:xfrm>
          <a:prstGeom prst="rect">
            <a:avLst/>
          </a:prstGeom>
        </p:spPr>
        <p:txBody>
          <a:bodyPr anchor="t" rtlCol="false" tIns="0" lIns="0" bIns="0" rIns="0">
            <a:spAutoFit/>
          </a:bodyPr>
          <a:lstStyle/>
          <a:p>
            <a:pPr algn="ctr">
              <a:lnSpc>
                <a:spcPts val="8700"/>
              </a:lnSpc>
            </a:pPr>
            <a:r>
              <a:rPr lang="en-US" sz="7500" b="true">
                <a:solidFill>
                  <a:srgbClr val="165325"/>
                </a:solidFill>
                <a:latin typeface="Fira Sans Bold"/>
                <a:ea typeface="Fira Sans Bold"/>
                <a:cs typeface="Fira Sans Bold"/>
                <a:sym typeface="Fira Sans Bold"/>
              </a:rPr>
              <a:t>3</a:t>
            </a:r>
            <a:r>
              <a:rPr lang="en-US" b="true" sz="7500">
                <a:solidFill>
                  <a:srgbClr val="165325"/>
                </a:solidFill>
                <a:latin typeface="Fira Sans Bold"/>
                <a:ea typeface="Fira Sans Bold"/>
                <a:cs typeface="Fira Sans Bold"/>
                <a:sym typeface="Fira Sans Bold"/>
              </a:rPr>
              <a:t>0+</a:t>
            </a:r>
          </a:p>
        </p:txBody>
      </p:sp>
      <p:sp>
        <p:nvSpPr>
          <p:cNvPr name="!!S9_Shp36" id="169"/>
          <p:cNvSpPr txBox="true"/>
          <p:nvPr/>
        </p:nvSpPr>
        <p:spPr>
          <a:xfrm rot="0">
            <a:off x="23847815" y="12806382"/>
            <a:ext cx="2795596" cy="443865"/>
          </a:xfrm>
          <a:prstGeom prst="rect">
            <a:avLst/>
          </a:prstGeom>
        </p:spPr>
        <p:txBody>
          <a:bodyPr anchor="t" rtlCol="false" tIns="0" lIns="0" bIns="0" rIns="0">
            <a:spAutoFit/>
          </a:bodyPr>
          <a:lstStyle/>
          <a:p>
            <a:pPr algn="ctr">
              <a:lnSpc>
                <a:spcPts val="3479"/>
              </a:lnSpc>
            </a:pPr>
            <a:r>
              <a:rPr lang="en-US" sz="3000">
                <a:solidFill>
                  <a:srgbClr val="165325"/>
                </a:solidFill>
                <a:latin typeface="Fira Sans"/>
                <a:ea typeface="Fira Sans"/>
                <a:cs typeface="Fira Sans"/>
                <a:sym typeface="Fira Sans"/>
              </a:rPr>
              <a:t>Klien</a:t>
            </a:r>
          </a:p>
        </p:txBody>
      </p:sp>
      <p:sp>
        <p:nvSpPr>
          <p:cNvPr name="!!S9_Shp37" id="170"/>
          <p:cNvSpPr txBox="true"/>
          <p:nvPr/>
        </p:nvSpPr>
        <p:spPr>
          <a:xfrm rot="0">
            <a:off x="22121764" y="2109316"/>
            <a:ext cx="5279717" cy="30511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Lo</a:t>
            </a:r>
            <a:r>
              <a:rPr lang="en-US" sz="2499">
                <a:solidFill>
                  <a:srgbClr val="082009"/>
                </a:solidFill>
                <a:latin typeface="Fira Sans"/>
                <a:ea typeface="Fira Sans"/>
                <a:cs typeface="Fira Sans"/>
                <a:sym typeface="Fira Sans"/>
              </a:rPr>
              <a:t>rem ipsum consectetur magna do est nostrud aute et sed minim nulla eiusmod proident labore dolore et culpa cupidatat esse qui nulla enim sunt veniam pariatur dolore ipsum proident adipiscing eiusmod irure culpa dolore commodo et </a:t>
            </a:r>
          </a:p>
        </p:txBody>
      </p:sp>
      <p:sp>
        <p:nvSpPr>
          <p:cNvPr name="!!S9_Shp38" id="171"/>
          <p:cNvSpPr/>
          <p:nvPr/>
        </p:nvSpPr>
        <p:spPr>
          <a:xfrm flipH="false" flipV="true" rot="0">
            <a:off x="29686807" y="13059161"/>
            <a:ext cx="989738" cy="986139"/>
          </a:xfrm>
          <a:custGeom>
            <a:avLst/>
            <a:gdLst/>
            <a:ahLst/>
            <a:cxnLst/>
            <a:rect r="r" b="b" t="t" l="l"/>
            <a:pathLst>
              <a:path h="986139" w="989738">
                <a:moveTo>
                  <a:pt x="0" y="986139"/>
                </a:moveTo>
                <a:lnTo>
                  <a:pt x="989738" y="986139"/>
                </a:lnTo>
                <a:lnTo>
                  <a:pt x="989738" y="0"/>
                </a:lnTo>
                <a:lnTo>
                  <a:pt x="0" y="0"/>
                </a:lnTo>
                <a:lnTo>
                  <a:pt x="0" y="986139"/>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7_Shp3" id="172"/>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7_Shp4" id="173"/>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7_Shp5" id="174"/>
          <p:cNvSpPr/>
          <p:nvPr/>
        </p:nvSpPr>
        <p:spPr>
          <a:xfrm flipH="false" flipV="false" rot="0">
            <a:off x="-5996805" y="6331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7_Shp6" id="175"/>
          <p:cNvSpPr/>
          <p:nvPr/>
        </p:nvSpPr>
        <p:spPr>
          <a:xfrm flipH="false" flipV="false" rot="0">
            <a:off x="-5996805" y="-8717080"/>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7_Shp11" id="176"/>
          <p:cNvGrpSpPr/>
          <p:nvPr/>
        </p:nvGrpSpPr>
        <p:grpSpPr>
          <a:xfrm rot="0">
            <a:off x="-13044654" y="-2967463"/>
            <a:ext cx="8608163" cy="967463"/>
            <a:chOff x="0" y="0"/>
            <a:chExt cx="2267170" cy="254805"/>
          </a:xfrm>
        </p:grpSpPr>
        <p:sp>
          <p:nvSpPr>
            <p:cNvPr name="Freeform 12" id="12"/>
            <p:cNvSpPr/>
            <p:nvPr/>
          </p:nvSpPr>
          <p:spPr>
            <a:xfrm flipH="false" flipV="false" rot="0">
              <a:off x="0" y="0"/>
              <a:ext cx="2267171" cy="254805"/>
            </a:xfrm>
            <a:custGeom>
              <a:avLst/>
              <a:gdLst/>
              <a:ahLst/>
              <a:cxnLst/>
              <a:rect r="r" b="b" t="t" l="l"/>
              <a:pathLst>
                <a:path h="254805" w="2267171">
                  <a:moveTo>
                    <a:pt x="11692" y="0"/>
                  </a:moveTo>
                  <a:lnTo>
                    <a:pt x="2255479" y="0"/>
                  </a:lnTo>
                  <a:cubicBezTo>
                    <a:pt x="2261936" y="0"/>
                    <a:pt x="2267171" y="5235"/>
                    <a:pt x="2267171" y="11692"/>
                  </a:cubicBezTo>
                  <a:lnTo>
                    <a:pt x="2267171" y="243113"/>
                  </a:lnTo>
                  <a:cubicBezTo>
                    <a:pt x="2267171" y="246214"/>
                    <a:pt x="2265939" y="249188"/>
                    <a:pt x="2263746" y="251381"/>
                  </a:cubicBezTo>
                  <a:cubicBezTo>
                    <a:pt x="2261553" y="253573"/>
                    <a:pt x="2258580" y="254805"/>
                    <a:pt x="2255479" y="254805"/>
                  </a:cubicBezTo>
                  <a:lnTo>
                    <a:pt x="11692" y="254805"/>
                  </a:lnTo>
                  <a:cubicBezTo>
                    <a:pt x="5235" y="254805"/>
                    <a:pt x="0" y="249571"/>
                    <a:pt x="0" y="243113"/>
                  </a:cubicBezTo>
                  <a:lnTo>
                    <a:pt x="0" y="11692"/>
                  </a:lnTo>
                  <a:cubicBezTo>
                    <a:pt x="0" y="5235"/>
                    <a:pt x="5235" y="0"/>
                    <a:pt x="11692"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3" id="13"/>
            <p:cNvSpPr txBox="true"/>
            <p:nvPr/>
          </p:nvSpPr>
          <p:spPr>
            <a:xfrm>
              <a:off x="0" y="-47625"/>
              <a:ext cx="2267170" cy="302430"/>
            </a:xfrm>
            <a:prstGeom prst="rect">
              <a:avLst/>
            </a:prstGeom>
          </p:spPr>
          <p:txBody>
            <a:bodyPr anchor="ctr" rtlCol="false" tIns="50800" lIns="50800" bIns="50800" rIns="50800"/>
            <a:lstStyle/>
            <a:p>
              <a:pPr algn="ctr">
                <a:lnSpc>
                  <a:spcPts val="2800"/>
                </a:lnSpc>
              </a:pPr>
            </a:p>
          </p:txBody>
        </p:sp>
      </p:grpSp>
      <p:grpSp>
        <p:nvGrpSpPr>
          <p:cNvPr name="!!S7_Shp14" id="177"/>
          <p:cNvGrpSpPr/>
          <p:nvPr/>
        </p:nvGrpSpPr>
        <p:grpSpPr>
          <a:xfrm rot="0">
            <a:off x="-8275059" y="-2962138"/>
            <a:ext cx="3442000" cy="962138"/>
            <a:chOff x="0" y="0"/>
            <a:chExt cx="906535" cy="253403"/>
          </a:xfrm>
        </p:grpSpPr>
        <p:sp>
          <p:nvSpPr>
            <p:cNvPr name="Freeform 15" id="15"/>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16" id="16"/>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grpSp>
        <p:nvGrpSpPr>
          <p:cNvPr name="!!S7_Shp17" id="178"/>
          <p:cNvGrpSpPr/>
          <p:nvPr/>
        </p:nvGrpSpPr>
        <p:grpSpPr>
          <a:xfrm rot="0">
            <a:off x="-13247737" y="5966876"/>
            <a:ext cx="8415298" cy="967463"/>
            <a:chOff x="0" y="0"/>
            <a:chExt cx="2216375" cy="254805"/>
          </a:xfrm>
        </p:grpSpPr>
        <p:sp>
          <p:nvSpPr>
            <p:cNvPr name="Freeform 18" id="18"/>
            <p:cNvSpPr/>
            <p:nvPr/>
          </p:nvSpPr>
          <p:spPr>
            <a:xfrm flipH="false" flipV="false" rot="0">
              <a:off x="0" y="0"/>
              <a:ext cx="2216375" cy="254805"/>
            </a:xfrm>
            <a:custGeom>
              <a:avLst/>
              <a:gdLst/>
              <a:ahLst/>
              <a:cxnLst/>
              <a:rect r="r" b="b" t="t" l="l"/>
              <a:pathLst>
                <a:path h="254805" w="2216375">
                  <a:moveTo>
                    <a:pt x="11960" y="0"/>
                  </a:moveTo>
                  <a:lnTo>
                    <a:pt x="2204415" y="0"/>
                  </a:lnTo>
                  <a:cubicBezTo>
                    <a:pt x="2207587" y="0"/>
                    <a:pt x="2210629" y="1260"/>
                    <a:pt x="2212872" y="3503"/>
                  </a:cubicBezTo>
                  <a:cubicBezTo>
                    <a:pt x="2215115" y="5746"/>
                    <a:pt x="2216375" y="8788"/>
                    <a:pt x="2216375" y="11960"/>
                  </a:cubicBezTo>
                  <a:lnTo>
                    <a:pt x="2216375" y="242845"/>
                  </a:lnTo>
                  <a:cubicBezTo>
                    <a:pt x="2216375" y="249451"/>
                    <a:pt x="2211020" y="254805"/>
                    <a:pt x="2204415" y="254805"/>
                  </a:cubicBezTo>
                  <a:lnTo>
                    <a:pt x="11960" y="254805"/>
                  </a:lnTo>
                  <a:cubicBezTo>
                    <a:pt x="5355" y="254805"/>
                    <a:pt x="0" y="249451"/>
                    <a:pt x="0" y="242845"/>
                  </a:cubicBezTo>
                  <a:lnTo>
                    <a:pt x="0" y="11960"/>
                  </a:lnTo>
                  <a:cubicBezTo>
                    <a:pt x="0" y="5355"/>
                    <a:pt x="5355" y="0"/>
                    <a:pt x="11960"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9" id="19"/>
            <p:cNvSpPr txBox="true"/>
            <p:nvPr/>
          </p:nvSpPr>
          <p:spPr>
            <a:xfrm>
              <a:off x="0" y="-47625"/>
              <a:ext cx="2216375" cy="302430"/>
            </a:xfrm>
            <a:prstGeom prst="rect">
              <a:avLst/>
            </a:prstGeom>
          </p:spPr>
          <p:txBody>
            <a:bodyPr anchor="ctr" rtlCol="false" tIns="50800" lIns="50800" bIns="50800" rIns="50800"/>
            <a:lstStyle/>
            <a:p>
              <a:pPr algn="ctr">
                <a:lnSpc>
                  <a:spcPts val="2800"/>
                </a:lnSpc>
              </a:pPr>
            </a:p>
          </p:txBody>
        </p:sp>
      </p:grpSp>
      <p:grpSp>
        <p:nvGrpSpPr>
          <p:cNvPr name="!!S7_Shp20" id="179"/>
          <p:cNvGrpSpPr/>
          <p:nvPr/>
        </p:nvGrpSpPr>
        <p:grpSpPr>
          <a:xfrm rot="0">
            <a:off x="-8044654" y="5966876"/>
            <a:ext cx="3442000" cy="962138"/>
            <a:chOff x="0" y="0"/>
            <a:chExt cx="906535" cy="253403"/>
          </a:xfrm>
        </p:grpSpPr>
        <p:sp>
          <p:nvSpPr>
            <p:cNvPr name="Freeform 21" id="21"/>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22" id="22"/>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grpSp>
        <p:nvGrpSpPr>
          <p:cNvPr name="!!S7_Shp23" id="180"/>
          <p:cNvGrpSpPr/>
          <p:nvPr/>
        </p:nvGrpSpPr>
        <p:grpSpPr>
          <a:xfrm rot="0">
            <a:off x="-13044653" y="7055085"/>
            <a:ext cx="8736739" cy="967463"/>
            <a:chOff x="0" y="0"/>
            <a:chExt cx="2301034" cy="254805"/>
          </a:xfrm>
        </p:grpSpPr>
        <p:sp>
          <p:nvSpPr>
            <p:cNvPr name="Freeform 24" id="24"/>
            <p:cNvSpPr/>
            <p:nvPr/>
          </p:nvSpPr>
          <p:spPr>
            <a:xfrm flipH="false" flipV="false" rot="0">
              <a:off x="0" y="0"/>
              <a:ext cx="2301034" cy="254805"/>
            </a:xfrm>
            <a:custGeom>
              <a:avLst/>
              <a:gdLst/>
              <a:ahLst/>
              <a:cxnLst/>
              <a:rect r="r" b="b" t="t" l="l"/>
              <a:pathLst>
                <a:path h="254805" w="2301034">
                  <a:moveTo>
                    <a:pt x="11520" y="0"/>
                  </a:moveTo>
                  <a:lnTo>
                    <a:pt x="2289515" y="0"/>
                  </a:lnTo>
                  <a:cubicBezTo>
                    <a:pt x="2295877" y="0"/>
                    <a:pt x="2301034" y="5158"/>
                    <a:pt x="2301034" y="11520"/>
                  </a:cubicBezTo>
                  <a:lnTo>
                    <a:pt x="2301034" y="243285"/>
                  </a:lnTo>
                  <a:cubicBezTo>
                    <a:pt x="2301034" y="246341"/>
                    <a:pt x="2299821" y="249271"/>
                    <a:pt x="2297660" y="251431"/>
                  </a:cubicBezTo>
                  <a:cubicBezTo>
                    <a:pt x="2295500" y="253592"/>
                    <a:pt x="2292570" y="254805"/>
                    <a:pt x="2289515" y="254805"/>
                  </a:cubicBezTo>
                  <a:lnTo>
                    <a:pt x="11520" y="254805"/>
                  </a:lnTo>
                  <a:cubicBezTo>
                    <a:pt x="8465" y="254805"/>
                    <a:pt x="5534" y="253592"/>
                    <a:pt x="3374" y="251431"/>
                  </a:cubicBezTo>
                  <a:cubicBezTo>
                    <a:pt x="1214" y="249271"/>
                    <a:pt x="0" y="246341"/>
                    <a:pt x="0" y="243285"/>
                  </a:cubicBezTo>
                  <a:lnTo>
                    <a:pt x="0" y="11520"/>
                  </a:lnTo>
                  <a:cubicBezTo>
                    <a:pt x="0" y="8465"/>
                    <a:pt x="1214" y="5534"/>
                    <a:pt x="3374" y="3374"/>
                  </a:cubicBezTo>
                  <a:cubicBezTo>
                    <a:pt x="5534" y="1214"/>
                    <a:pt x="8465" y="0"/>
                    <a:pt x="11520"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5" id="25"/>
            <p:cNvSpPr txBox="true"/>
            <p:nvPr/>
          </p:nvSpPr>
          <p:spPr>
            <a:xfrm>
              <a:off x="0" y="-47625"/>
              <a:ext cx="2301034" cy="302430"/>
            </a:xfrm>
            <a:prstGeom prst="rect">
              <a:avLst/>
            </a:prstGeom>
          </p:spPr>
          <p:txBody>
            <a:bodyPr anchor="ctr" rtlCol="false" tIns="50800" lIns="50800" bIns="50800" rIns="50800"/>
            <a:lstStyle/>
            <a:p>
              <a:pPr algn="ctr">
                <a:lnSpc>
                  <a:spcPts val="2800"/>
                </a:lnSpc>
              </a:pPr>
            </a:p>
          </p:txBody>
        </p:sp>
      </p:grpSp>
      <p:grpSp>
        <p:nvGrpSpPr>
          <p:cNvPr name="!!S7_Shp26" id="181"/>
          <p:cNvGrpSpPr/>
          <p:nvPr/>
        </p:nvGrpSpPr>
        <p:grpSpPr>
          <a:xfrm rot="0">
            <a:off x="-8275059" y="7060410"/>
            <a:ext cx="3442000" cy="962138"/>
            <a:chOff x="0" y="0"/>
            <a:chExt cx="906535" cy="253403"/>
          </a:xfrm>
        </p:grpSpPr>
        <p:sp>
          <p:nvSpPr>
            <p:cNvPr name="Freeform 27" id="27"/>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28" id="28"/>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grpSp>
        <p:nvGrpSpPr>
          <p:cNvPr name="!!S7_Shp29" id="182"/>
          <p:cNvGrpSpPr/>
          <p:nvPr/>
        </p:nvGrpSpPr>
        <p:grpSpPr>
          <a:xfrm rot="0">
            <a:off x="-13513097" y="8233285"/>
            <a:ext cx="8680658" cy="967463"/>
            <a:chOff x="0" y="0"/>
            <a:chExt cx="2286264" cy="254805"/>
          </a:xfrm>
        </p:grpSpPr>
        <p:sp>
          <p:nvSpPr>
            <p:cNvPr name="Freeform 30" id="30"/>
            <p:cNvSpPr/>
            <p:nvPr/>
          </p:nvSpPr>
          <p:spPr>
            <a:xfrm flipH="false" flipV="false" rot="0">
              <a:off x="0" y="0"/>
              <a:ext cx="2286264" cy="254805"/>
            </a:xfrm>
            <a:custGeom>
              <a:avLst/>
              <a:gdLst/>
              <a:ahLst/>
              <a:cxnLst/>
              <a:rect r="r" b="b" t="t" l="l"/>
              <a:pathLst>
                <a:path h="254805" w="2286264">
                  <a:moveTo>
                    <a:pt x="11594" y="0"/>
                  </a:moveTo>
                  <a:lnTo>
                    <a:pt x="2274670" y="0"/>
                  </a:lnTo>
                  <a:cubicBezTo>
                    <a:pt x="2281073" y="0"/>
                    <a:pt x="2286264" y="5191"/>
                    <a:pt x="2286264" y="11594"/>
                  </a:cubicBezTo>
                  <a:lnTo>
                    <a:pt x="2286264" y="243211"/>
                  </a:lnTo>
                  <a:cubicBezTo>
                    <a:pt x="2286264" y="246286"/>
                    <a:pt x="2285043" y="249235"/>
                    <a:pt x="2282868" y="251409"/>
                  </a:cubicBezTo>
                  <a:cubicBezTo>
                    <a:pt x="2280694" y="253584"/>
                    <a:pt x="2277745" y="254805"/>
                    <a:pt x="2274670" y="254805"/>
                  </a:cubicBezTo>
                  <a:lnTo>
                    <a:pt x="11594" y="254805"/>
                  </a:lnTo>
                  <a:cubicBezTo>
                    <a:pt x="5191" y="254805"/>
                    <a:pt x="0" y="249614"/>
                    <a:pt x="0" y="243211"/>
                  </a:cubicBezTo>
                  <a:lnTo>
                    <a:pt x="0" y="11594"/>
                  </a:lnTo>
                  <a:cubicBezTo>
                    <a:pt x="0" y="8519"/>
                    <a:pt x="1222" y="5570"/>
                    <a:pt x="3396" y="3396"/>
                  </a:cubicBezTo>
                  <a:cubicBezTo>
                    <a:pt x="5570" y="1222"/>
                    <a:pt x="8519" y="0"/>
                    <a:pt x="11594"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1" id="31"/>
            <p:cNvSpPr txBox="true"/>
            <p:nvPr/>
          </p:nvSpPr>
          <p:spPr>
            <a:xfrm>
              <a:off x="0" y="-47625"/>
              <a:ext cx="2286264" cy="302430"/>
            </a:xfrm>
            <a:prstGeom prst="rect">
              <a:avLst/>
            </a:prstGeom>
          </p:spPr>
          <p:txBody>
            <a:bodyPr anchor="ctr" rtlCol="false" tIns="50800" lIns="50800" bIns="50800" rIns="50800"/>
            <a:lstStyle/>
            <a:p>
              <a:pPr algn="ctr">
                <a:lnSpc>
                  <a:spcPts val="2800"/>
                </a:lnSpc>
              </a:pPr>
            </a:p>
          </p:txBody>
        </p:sp>
      </p:grpSp>
      <p:grpSp>
        <p:nvGrpSpPr>
          <p:cNvPr name="!!S7_Shp32" id="183"/>
          <p:cNvGrpSpPr/>
          <p:nvPr/>
        </p:nvGrpSpPr>
        <p:grpSpPr>
          <a:xfrm rot="0">
            <a:off x="-8044654" y="8233285"/>
            <a:ext cx="3442000" cy="962138"/>
            <a:chOff x="0" y="0"/>
            <a:chExt cx="906535" cy="253403"/>
          </a:xfrm>
        </p:grpSpPr>
        <p:sp>
          <p:nvSpPr>
            <p:cNvPr name="Freeform 33" id="33"/>
            <p:cNvSpPr/>
            <p:nvPr/>
          </p:nvSpPr>
          <p:spPr>
            <a:xfrm flipH="false" flipV="false" rot="0">
              <a:off x="0" y="0"/>
              <a:ext cx="906535" cy="253403"/>
            </a:xfrm>
            <a:custGeom>
              <a:avLst/>
              <a:gdLst/>
              <a:ahLst/>
              <a:cxnLst/>
              <a:rect r="r" b="b" t="t" l="l"/>
              <a:pathLst>
                <a:path h="253403" w="906535">
                  <a:moveTo>
                    <a:pt x="29240" y="0"/>
                  </a:moveTo>
                  <a:lnTo>
                    <a:pt x="877295" y="0"/>
                  </a:lnTo>
                  <a:cubicBezTo>
                    <a:pt x="885050" y="0"/>
                    <a:pt x="892487" y="3081"/>
                    <a:pt x="897971" y="8564"/>
                  </a:cubicBezTo>
                  <a:cubicBezTo>
                    <a:pt x="903454" y="14048"/>
                    <a:pt x="906535" y="21485"/>
                    <a:pt x="906535" y="29240"/>
                  </a:cubicBezTo>
                  <a:lnTo>
                    <a:pt x="906535" y="224162"/>
                  </a:lnTo>
                  <a:cubicBezTo>
                    <a:pt x="906535" y="231917"/>
                    <a:pt x="903454" y="239355"/>
                    <a:pt x="897971" y="244838"/>
                  </a:cubicBezTo>
                  <a:cubicBezTo>
                    <a:pt x="892487" y="250322"/>
                    <a:pt x="885050" y="253403"/>
                    <a:pt x="877295" y="253403"/>
                  </a:cubicBezTo>
                  <a:lnTo>
                    <a:pt x="29240" y="253403"/>
                  </a:lnTo>
                  <a:cubicBezTo>
                    <a:pt x="13091" y="253403"/>
                    <a:pt x="0" y="240311"/>
                    <a:pt x="0" y="224162"/>
                  </a:cubicBezTo>
                  <a:lnTo>
                    <a:pt x="0" y="29240"/>
                  </a:lnTo>
                  <a:cubicBezTo>
                    <a:pt x="0" y="13091"/>
                    <a:pt x="13091" y="0"/>
                    <a:pt x="29240" y="0"/>
                  </a:cubicBezTo>
                  <a:close/>
                </a:path>
              </a:pathLst>
            </a:custGeom>
            <a:gradFill rotWithShape="true">
              <a:gsLst>
                <a:gs pos="0">
                  <a:srgbClr val="19621D">
                    <a:alpha val="100000"/>
                  </a:srgbClr>
                </a:gs>
                <a:gs pos="100000">
                  <a:srgbClr val="0A3931">
                    <a:alpha val="100000"/>
                  </a:srgbClr>
                </a:gs>
              </a:gsLst>
              <a:lin ang="2700000"/>
            </a:gradFill>
          </p:spPr>
        </p:sp>
        <p:sp>
          <p:nvSpPr>
            <p:cNvPr name="TextBox 34" id="34"/>
            <p:cNvSpPr txBox="true"/>
            <p:nvPr/>
          </p:nvSpPr>
          <p:spPr>
            <a:xfrm>
              <a:off x="0" y="-47625"/>
              <a:ext cx="906535" cy="301028"/>
            </a:xfrm>
            <a:prstGeom prst="rect">
              <a:avLst/>
            </a:prstGeom>
          </p:spPr>
          <p:txBody>
            <a:bodyPr anchor="ctr" rtlCol="false" tIns="50800" lIns="50800" bIns="50800" rIns="50800"/>
            <a:lstStyle/>
            <a:p>
              <a:pPr algn="ctr">
                <a:lnSpc>
                  <a:spcPts val="2800"/>
                </a:lnSpc>
              </a:pPr>
            </a:p>
          </p:txBody>
        </p:sp>
      </p:grpSp>
      <p:sp>
        <p:nvSpPr>
          <p:cNvPr name="!!S7_Shp35" id="184"/>
          <p:cNvSpPr/>
          <p:nvPr/>
        </p:nvSpPr>
        <p:spPr>
          <a:xfrm flipH="false" flipV="false" rot="0">
            <a:off x="-6962004" y="-3061526"/>
            <a:ext cx="2115360" cy="1061526"/>
          </a:xfrm>
          <a:custGeom>
            <a:avLst/>
            <a:gdLst/>
            <a:ahLst/>
            <a:cxnLst/>
            <a:rect r="r" b="b" t="t" l="l"/>
            <a:pathLst>
              <a:path h="1061526" w="2115360">
                <a:moveTo>
                  <a:pt x="0" y="0"/>
                </a:moveTo>
                <a:lnTo>
                  <a:pt x="2115360" y="0"/>
                </a:lnTo>
                <a:lnTo>
                  <a:pt x="2115360" y="1061526"/>
                </a:lnTo>
                <a:lnTo>
                  <a:pt x="0" y="10615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7_Shp36" id="185"/>
          <p:cNvSpPr/>
          <p:nvPr/>
        </p:nvSpPr>
        <p:spPr>
          <a:xfrm flipH="false" flipV="true" rot="0">
            <a:off x="-6718014" y="-3061526"/>
            <a:ext cx="2115360" cy="1061526"/>
          </a:xfrm>
          <a:custGeom>
            <a:avLst/>
            <a:gdLst/>
            <a:ahLst/>
            <a:cxnLst/>
            <a:rect r="r" b="b" t="t" l="l"/>
            <a:pathLst>
              <a:path h="1061526" w="2115360">
                <a:moveTo>
                  <a:pt x="0" y="1061526"/>
                </a:moveTo>
                <a:lnTo>
                  <a:pt x="2115361" y="1061526"/>
                </a:lnTo>
                <a:lnTo>
                  <a:pt x="2115361" y="0"/>
                </a:lnTo>
                <a:lnTo>
                  <a:pt x="0" y="0"/>
                </a:lnTo>
                <a:lnTo>
                  <a:pt x="0" y="1061526"/>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7_Shp37" id="186"/>
          <p:cNvSpPr/>
          <p:nvPr/>
        </p:nvSpPr>
        <p:spPr>
          <a:xfrm flipH="false" flipV="false" rot="5400000">
            <a:off x="-6026448" y="7652210"/>
            <a:ext cx="1554855" cy="740676"/>
          </a:xfrm>
          <a:custGeom>
            <a:avLst/>
            <a:gdLst/>
            <a:ahLst/>
            <a:cxnLst/>
            <a:rect r="r" b="b" t="t" l="l"/>
            <a:pathLst>
              <a:path h="740676" w="1554855">
                <a:moveTo>
                  <a:pt x="0" y="0"/>
                </a:moveTo>
                <a:lnTo>
                  <a:pt x="1554855" y="0"/>
                </a:lnTo>
                <a:lnTo>
                  <a:pt x="1554855" y="740676"/>
                </a:lnTo>
                <a:lnTo>
                  <a:pt x="0" y="740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7_Shp38" id="187"/>
          <p:cNvSpPr txBox="true"/>
          <p:nvPr/>
        </p:nvSpPr>
        <p:spPr>
          <a:xfrm rot="0">
            <a:off x="-13514423" y="-3122044"/>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KONTEN</a:t>
            </a:r>
          </a:p>
        </p:txBody>
      </p:sp>
      <p:sp>
        <p:nvSpPr>
          <p:cNvPr name="!!S7_Shp41" id="188"/>
          <p:cNvSpPr txBox="true"/>
          <p:nvPr/>
        </p:nvSpPr>
        <p:spPr>
          <a:xfrm rot="0">
            <a:off x="-13513802" y="-3122044"/>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BIDANG</a:t>
            </a:r>
          </a:p>
        </p:txBody>
      </p:sp>
      <p:sp>
        <p:nvSpPr>
          <p:cNvPr name="!!S7_Shp42" id="189"/>
          <p:cNvSpPr txBox="true"/>
          <p:nvPr/>
        </p:nvSpPr>
        <p:spPr>
          <a:xfrm rot="0">
            <a:off x="-8109759" y="-2365125"/>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Edukasi</a:t>
            </a:r>
          </a:p>
        </p:txBody>
      </p:sp>
      <p:sp>
        <p:nvSpPr>
          <p:cNvPr name="!!S7_Shp43" id="190"/>
          <p:cNvSpPr txBox="true"/>
          <p:nvPr/>
        </p:nvSpPr>
        <p:spPr>
          <a:xfrm rot="0">
            <a:off x="-11808318" y="-2349250"/>
            <a:ext cx="7394949"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enyampaikan informasi secara menarik dan mudah dipahami.</a:t>
            </a:r>
          </a:p>
        </p:txBody>
      </p:sp>
      <p:sp>
        <p:nvSpPr>
          <p:cNvPr name="!!S7_Shp44" id="191"/>
          <p:cNvSpPr txBox="true"/>
          <p:nvPr/>
        </p:nvSpPr>
        <p:spPr>
          <a:xfrm rot="0">
            <a:off x="-7962004" y="6283865"/>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Produk</a:t>
            </a:r>
          </a:p>
        </p:txBody>
      </p:sp>
      <p:sp>
        <p:nvSpPr>
          <p:cNvPr name="!!S7_Shp45" id="192"/>
          <p:cNvSpPr txBox="true"/>
          <p:nvPr/>
        </p:nvSpPr>
        <p:spPr>
          <a:xfrm rot="0">
            <a:off x="-11336940" y="6286296"/>
            <a:ext cx="7059794" cy="349250"/>
          </a:xfrm>
          <a:prstGeom prst="rect">
            <a:avLst/>
          </a:prstGeom>
        </p:spPr>
        <p:txBody>
          <a:bodyPr anchor="t" rtlCol="false" tIns="0" lIns="0" bIns="0" rIns="0">
            <a:spAutoFit/>
          </a:bodyPr>
          <a:lstStyle/>
          <a:p>
            <a:pPr algn="r">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enampilkan keunggulan produk secara kreatif.</a:t>
            </a:r>
          </a:p>
        </p:txBody>
      </p:sp>
      <p:sp>
        <p:nvSpPr>
          <p:cNvPr name="!!S7_Shp46" id="193"/>
          <p:cNvSpPr txBox="true"/>
          <p:nvPr/>
        </p:nvSpPr>
        <p:spPr>
          <a:xfrm rot="0">
            <a:off x="-8109759" y="7344629"/>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Gaya Hidup</a:t>
            </a:r>
          </a:p>
        </p:txBody>
      </p:sp>
      <p:sp>
        <p:nvSpPr>
          <p:cNvPr name="!!S7_Shp47" id="194"/>
          <p:cNvSpPr txBox="true"/>
          <p:nvPr/>
        </p:nvSpPr>
        <p:spPr>
          <a:xfrm rot="0">
            <a:off x="-11808318" y="7323992"/>
            <a:ext cx="7394949"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embahas aktivitas dan inspirasi sehari-hari.</a:t>
            </a:r>
          </a:p>
        </p:txBody>
      </p:sp>
      <p:sp>
        <p:nvSpPr>
          <p:cNvPr name="!!S7_Shp48" id="195"/>
          <p:cNvSpPr txBox="true"/>
          <p:nvPr/>
        </p:nvSpPr>
        <p:spPr>
          <a:xfrm rot="0">
            <a:off x="-7962004" y="8536898"/>
            <a:ext cx="3276700"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Konten UMKM</a:t>
            </a:r>
          </a:p>
        </p:txBody>
      </p:sp>
      <p:sp>
        <p:nvSpPr>
          <p:cNvPr name="!!S7_Shp49" id="196"/>
          <p:cNvSpPr txBox="true"/>
          <p:nvPr/>
        </p:nvSpPr>
        <p:spPr>
          <a:xfrm rot="0">
            <a:off x="-11336940" y="8539329"/>
            <a:ext cx="7059794" cy="349250"/>
          </a:xfrm>
          <a:prstGeom prst="rect">
            <a:avLst/>
          </a:prstGeom>
        </p:spPr>
        <p:txBody>
          <a:bodyPr anchor="t" rtlCol="false" tIns="0" lIns="0" bIns="0" rIns="0">
            <a:spAutoFit/>
          </a:bodyPr>
          <a:lstStyle/>
          <a:p>
            <a:pPr algn="r">
              <a:lnSpc>
                <a:spcPts val="2800"/>
              </a:lnSpc>
            </a:pPr>
            <a:r>
              <a:rPr lang="en-US" sz="2000">
                <a:solidFill>
                  <a:srgbClr val="082009"/>
                </a:solidFill>
                <a:latin typeface="Fira Sans"/>
                <a:ea typeface="Fira Sans"/>
                <a:cs typeface="Fira Sans"/>
                <a:sym typeface="Fira Sans"/>
              </a:rPr>
              <a:t>M</a:t>
            </a:r>
            <a:r>
              <a:rPr lang="en-US" sz="2000">
                <a:solidFill>
                  <a:srgbClr val="082009"/>
                </a:solidFill>
                <a:latin typeface="Fira Sans"/>
                <a:ea typeface="Fira Sans"/>
                <a:cs typeface="Fira Sans"/>
                <a:sym typeface="Fira Sans"/>
              </a:rPr>
              <a:t>endukung promosi usaha melalui konten digital.</a:t>
            </a:r>
          </a:p>
        </p:txBody>
      </p:sp>
      <p:sp>
        <p:nvSpPr>
          <p:cNvPr name="!!S7_Shp50" id="197"/>
          <p:cNvSpPr/>
          <p:nvPr/>
        </p:nvSpPr>
        <p:spPr>
          <a:xfrm flipH="false" flipV="false" rot="5400000">
            <a:off x="-5914403" y="7652210"/>
            <a:ext cx="1554855" cy="740676"/>
          </a:xfrm>
          <a:custGeom>
            <a:avLst/>
            <a:gdLst/>
            <a:ahLst/>
            <a:cxnLst/>
            <a:rect r="r" b="b" t="t" l="l"/>
            <a:pathLst>
              <a:path h="740676" w="1554855">
                <a:moveTo>
                  <a:pt x="0" y="0"/>
                </a:moveTo>
                <a:lnTo>
                  <a:pt x="1554855" y="0"/>
                </a:lnTo>
                <a:lnTo>
                  <a:pt x="1554855" y="740676"/>
                </a:lnTo>
                <a:lnTo>
                  <a:pt x="0" y="7406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txBody>
          <a:bodyPr/>
          <a:p/>
        </p:txBody>
      </p:sp>
      <p:sp>
        <p:nvSpPr>
          <p:cNvPr name="!!S9_Shp3" id="3"/>
          <p:cNvSpPr/>
          <p:nvPr/>
        </p:nvSpPr>
        <p:spPr>
          <a:xfrm flipH="false" flipV="false" rot="0">
            <a:off x="-665602" y="5021334"/>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9_Shp4" id="4"/>
          <p:cNvSpPr/>
          <p:nvPr/>
        </p:nvSpPr>
        <p:spPr>
          <a:xfrm flipH="false" flipV="false" rot="0">
            <a:off x="-665602" y="-1695747"/>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9_Shp5" id="5"/>
          <p:cNvSpPr/>
          <p:nvPr/>
        </p:nvSpPr>
        <p:spPr>
          <a:xfrm flipH="false" flipV="false" rot="0">
            <a:off x="665602" y="6331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9_Shp6" id="6"/>
          <p:cNvSpPr/>
          <p:nvPr/>
        </p:nvSpPr>
        <p:spPr>
          <a:xfrm flipH="false" flipV="false" rot="0">
            <a:off x="665602" y="-385591"/>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Persistent_HeaderLine" id="7"/>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8"/>
          <p:cNvGrpSpPr/>
          <p:nvPr/>
        </p:nvGrpSpPr>
        <p:grpSpPr>
          <a:xfrm rot="0">
            <a:off x="15278315" y="805237"/>
            <a:ext cx="1980985" cy="639706"/>
            <a:chOff x="0" y="0"/>
            <a:chExt cx="521741" cy="168482"/>
          </a:xfrm>
        </p:grpSpPr>
        <p:sp>
          <p:nvSpPr>
            <p:cNvPr name="Freeform 9" id="9"/>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10" id="10"/>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9_Shp11" id="11"/>
          <p:cNvGrpSpPr/>
          <p:nvPr/>
        </p:nvGrpSpPr>
        <p:grpSpPr>
          <a:xfrm rot="0">
            <a:off x="8663463" y="2156941"/>
            <a:ext cx="3903499" cy="2234492"/>
            <a:chOff x="0" y="0"/>
            <a:chExt cx="1028082" cy="588508"/>
          </a:xfrm>
        </p:grpSpPr>
        <p:sp>
          <p:nvSpPr>
            <p:cNvPr name="Freeform 12" id="12"/>
            <p:cNvSpPr/>
            <p:nvPr/>
          </p:nvSpPr>
          <p:spPr>
            <a:xfrm flipH="false" flipV="false" rot="0">
              <a:off x="0" y="0"/>
              <a:ext cx="1028082" cy="588508"/>
            </a:xfrm>
            <a:custGeom>
              <a:avLst/>
              <a:gdLst/>
              <a:ahLst/>
              <a:cxnLst/>
              <a:rect r="r" b="b" t="t" l="l"/>
              <a:pathLst>
                <a:path h="588508" w="1028082">
                  <a:moveTo>
                    <a:pt x="25783" y="0"/>
                  </a:moveTo>
                  <a:lnTo>
                    <a:pt x="1002299" y="0"/>
                  </a:lnTo>
                  <a:cubicBezTo>
                    <a:pt x="1016539" y="0"/>
                    <a:pt x="1028082" y="11544"/>
                    <a:pt x="1028082" y="25783"/>
                  </a:cubicBezTo>
                  <a:lnTo>
                    <a:pt x="1028082" y="562725"/>
                  </a:lnTo>
                  <a:cubicBezTo>
                    <a:pt x="1028082" y="569563"/>
                    <a:pt x="1025366" y="576121"/>
                    <a:pt x="1020530" y="580956"/>
                  </a:cubicBezTo>
                  <a:cubicBezTo>
                    <a:pt x="1015695" y="585792"/>
                    <a:pt x="1009137" y="588508"/>
                    <a:pt x="1002299" y="588508"/>
                  </a:cubicBezTo>
                  <a:lnTo>
                    <a:pt x="25783" y="588508"/>
                  </a:lnTo>
                  <a:cubicBezTo>
                    <a:pt x="11544" y="588508"/>
                    <a:pt x="0" y="576965"/>
                    <a:pt x="0" y="562725"/>
                  </a:cubicBezTo>
                  <a:lnTo>
                    <a:pt x="0" y="25783"/>
                  </a:lnTo>
                  <a:cubicBezTo>
                    <a:pt x="0" y="18945"/>
                    <a:pt x="2716" y="12387"/>
                    <a:pt x="7552" y="7552"/>
                  </a:cubicBezTo>
                  <a:cubicBezTo>
                    <a:pt x="12387" y="2716"/>
                    <a:pt x="18945" y="0"/>
                    <a:pt x="25783"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1028082" cy="636133"/>
            </a:xfrm>
            <a:prstGeom prst="rect">
              <a:avLst/>
            </a:prstGeom>
          </p:spPr>
          <p:txBody>
            <a:bodyPr anchor="ctr" rtlCol="false" tIns="50800" lIns="50800" bIns="50800" rIns="50800"/>
            <a:lstStyle/>
            <a:p>
              <a:pPr algn="ctr">
                <a:lnSpc>
                  <a:spcPts val="2800"/>
                </a:lnSpc>
              </a:pPr>
            </a:p>
          </p:txBody>
        </p:sp>
      </p:grpSp>
      <p:grpSp>
        <p:nvGrpSpPr>
          <p:cNvPr name="!!S9_Shp14" id="14"/>
          <p:cNvGrpSpPr/>
          <p:nvPr/>
        </p:nvGrpSpPr>
        <p:grpSpPr>
          <a:xfrm rot="0">
            <a:off x="8663463" y="4503511"/>
            <a:ext cx="3903499" cy="2237356"/>
            <a:chOff x="0" y="0"/>
            <a:chExt cx="1028082" cy="589262"/>
          </a:xfrm>
        </p:grpSpPr>
        <p:sp>
          <p:nvSpPr>
            <p:cNvPr name="Freeform 15" id="15"/>
            <p:cNvSpPr/>
            <p:nvPr/>
          </p:nvSpPr>
          <p:spPr>
            <a:xfrm flipH="false" flipV="false" rot="0">
              <a:off x="0" y="0"/>
              <a:ext cx="1028082" cy="589262"/>
            </a:xfrm>
            <a:custGeom>
              <a:avLst/>
              <a:gdLst/>
              <a:ahLst/>
              <a:cxnLst/>
              <a:rect r="r" b="b" t="t" l="l"/>
              <a:pathLst>
                <a:path h="589262" w="1028082">
                  <a:moveTo>
                    <a:pt x="25783" y="0"/>
                  </a:moveTo>
                  <a:lnTo>
                    <a:pt x="1002299" y="0"/>
                  </a:lnTo>
                  <a:cubicBezTo>
                    <a:pt x="1016539" y="0"/>
                    <a:pt x="1028082" y="11544"/>
                    <a:pt x="1028082" y="25783"/>
                  </a:cubicBezTo>
                  <a:lnTo>
                    <a:pt x="1028082" y="563479"/>
                  </a:lnTo>
                  <a:cubicBezTo>
                    <a:pt x="1028082" y="570317"/>
                    <a:pt x="1025366" y="576875"/>
                    <a:pt x="1020530" y="581711"/>
                  </a:cubicBezTo>
                  <a:cubicBezTo>
                    <a:pt x="1015695" y="586546"/>
                    <a:pt x="1009137" y="589262"/>
                    <a:pt x="1002299" y="589262"/>
                  </a:cubicBezTo>
                  <a:lnTo>
                    <a:pt x="25783" y="589262"/>
                  </a:lnTo>
                  <a:cubicBezTo>
                    <a:pt x="11544" y="589262"/>
                    <a:pt x="0" y="577719"/>
                    <a:pt x="0" y="563479"/>
                  </a:cubicBezTo>
                  <a:lnTo>
                    <a:pt x="0" y="25783"/>
                  </a:lnTo>
                  <a:cubicBezTo>
                    <a:pt x="0" y="18945"/>
                    <a:pt x="2716" y="12387"/>
                    <a:pt x="7552" y="7552"/>
                  </a:cubicBezTo>
                  <a:cubicBezTo>
                    <a:pt x="12387" y="2716"/>
                    <a:pt x="18945" y="0"/>
                    <a:pt x="25783"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6" id="16"/>
            <p:cNvSpPr txBox="true"/>
            <p:nvPr/>
          </p:nvSpPr>
          <p:spPr>
            <a:xfrm>
              <a:off x="0" y="-47625"/>
              <a:ext cx="1028082" cy="636887"/>
            </a:xfrm>
            <a:prstGeom prst="rect">
              <a:avLst/>
            </a:prstGeom>
          </p:spPr>
          <p:txBody>
            <a:bodyPr anchor="ctr" rtlCol="false" tIns="50800" lIns="50800" bIns="50800" rIns="50800"/>
            <a:lstStyle/>
            <a:p>
              <a:pPr algn="ctr">
                <a:lnSpc>
                  <a:spcPts val="2800"/>
                </a:lnSpc>
              </a:pPr>
            </a:p>
          </p:txBody>
        </p:sp>
      </p:grpSp>
      <p:grpSp>
        <p:nvGrpSpPr>
          <p:cNvPr name="!!S9_Shp17" id="17"/>
          <p:cNvGrpSpPr/>
          <p:nvPr/>
        </p:nvGrpSpPr>
        <p:grpSpPr>
          <a:xfrm rot="-10800000">
            <a:off x="12726550" y="4506375"/>
            <a:ext cx="3903499" cy="2234492"/>
            <a:chOff x="0" y="0"/>
            <a:chExt cx="1028082" cy="588508"/>
          </a:xfrm>
        </p:grpSpPr>
        <p:sp>
          <p:nvSpPr>
            <p:cNvPr name="Freeform 18" id="18"/>
            <p:cNvSpPr/>
            <p:nvPr/>
          </p:nvSpPr>
          <p:spPr>
            <a:xfrm flipH="false" flipV="false" rot="0">
              <a:off x="0" y="0"/>
              <a:ext cx="1028082" cy="588508"/>
            </a:xfrm>
            <a:custGeom>
              <a:avLst/>
              <a:gdLst/>
              <a:ahLst/>
              <a:cxnLst/>
              <a:rect r="r" b="b" t="t" l="l"/>
              <a:pathLst>
                <a:path h="588508" w="1028082">
                  <a:moveTo>
                    <a:pt x="25783" y="0"/>
                  </a:moveTo>
                  <a:lnTo>
                    <a:pt x="1002299" y="0"/>
                  </a:lnTo>
                  <a:cubicBezTo>
                    <a:pt x="1016539" y="0"/>
                    <a:pt x="1028082" y="11544"/>
                    <a:pt x="1028082" y="25783"/>
                  </a:cubicBezTo>
                  <a:lnTo>
                    <a:pt x="1028082" y="562725"/>
                  </a:lnTo>
                  <a:cubicBezTo>
                    <a:pt x="1028082" y="569563"/>
                    <a:pt x="1025366" y="576121"/>
                    <a:pt x="1020530" y="580956"/>
                  </a:cubicBezTo>
                  <a:cubicBezTo>
                    <a:pt x="1015695" y="585792"/>
                    <a:pt x="1009137" y="588508"/>
                    <a:pt x="1002299" y="588508"/>
                  </a:cubicBezTo>
                  <a:lnTo>
                    <a:pt x="25783" y="588508"/>
                  </a:lnTo>
                  <a:cubicBezTo>
                    <a:pt x="11544" y="588508"/>
                    <a:pt x="0" y="576965"/>
                    <a:pt x="0" y="562725"/>
                  </a:cubicBezTo>
                  <a:lnTo>
                    <a:pt x="0" y="25783"/>
                  </a:lnTo>
                  <a:cubicBezTo>
                    <a:pt x="0" y="18945"/>
                    <a:pt x="2716" y="12387"/>
                    <a:pt x="7552" y="7552"/>
                  </a:cubicBezTo>
                  <a:cubicBezTo>
                    <a:pt x="12387" y="2716"/>
                    <a:pt x="18945" y="0"/>
                    <a:pt x="25783"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1028082" cy="636133"/>
            </a:xfrm>
            <a:prstGeom prst="rect">
              <a:avLst/>
            </a:prstGeom>
          </p:spPr>
          <p:txBody>
            <a:bodyPr anchor="ctr" rtlCol="false" tIns="50800" lIns="50800" bIns="50800" rIns="50800"/>
            <a:lstStyle/>
            <a:p>
              <a:pPr algn="ctr">
                <a:lnSpc>
                  <a:spcPts val="2800"/>
                </a:lnSpc>
              </a:pPr>
            </a:p>
          </p:txBody>
        </p:sp>
      </p:grpSp>
      <p:grpSp>
        <p:nvGrpSpPr>
          <p:cNvPr name="!!S9_Shp20" id="20"/>
          <p:cNvGrpSpPr/>
          <p:nvPr/>
        </p:nvGrpSpPr>
        <p:grpSpPr>
          <a:xfrm rot="-10800000">
            <a:off x="12726550" y="2156941"/>
            <a:ext cx="3903499" cy="2237356"/>
            <a:chOff x="0" y="0"/>
            <a:chExt cx="1028082" cy="589262"/>
          </a:xfrm>
        </p:grpSpPr>
        <p:sp>
          <p:nvSpPr>
            <p:cNvPr name="Freeform 21" id="21"/>
            <p:cNvSpPr/>
            <p:nvPr/>
          </p:nvSpPr>
          <p:spPr>
            <a:xfrm flipH="false" flipV="false" rot="0">
              <a:off x="0" y="0"/>
              <a:ext cx="1028082" cy="589262"/>
            </a:xfrm>
            <a:custGeom>
              <a:avLst/>
              <a:gdLst/>
              <a:ahLst/>
              <a:cxnLst/>
              <a:rect r="r" b="b" t="t" l="l"/>
              <a:pathLst>
                <a:path h="589262" w="1028082">
                  <a:moveTo>
                    <a:pt x="25783" y="0"/>
                  </a:moveTo>
                  <a:lnTo>
                    <a:pt x="1002299" y="0"/>
                  </a:lnTo>
                  <a:cubicBezTo>
                    <a:pt x="1016539" y="0"/>
                    <a:pt x="1028082" y="11544"/>
                    <a:pt x="1028082" y="25783"/>
                  </a:cubicBezTo>
                  <a:lnTo>
                    <a:pt x="1028082" y="563479"/>
                  </a:lnTo>
                  <a:cubicBezTo>
                    <a:pt x="1028082" y="570317"/>
                    <a:pt x="1025366" y="576875"/>
                    <a:pt x="1020530" y="581711"/>
                  </a:cubicBezTo>
                  <a:cubicBezTo>
                    <a:pt x="1015695" y="586546"/>
                    <a:pt x="1009137" y="589262"/>
                    <a:pt x="1002299" y="589262"/>
                  </a:cubicBezTo>
                  <a:lnTo>
                    <a:pt x="25783" y="589262"/>
                  </a:lnTo>
                  <a:cubicBezTo>
                    <a:pt x="11544" y="589262"/>
                    <a:pt x="0" y="577719"/>
                    <a:pt x="0" y="563479"/>
                  </a:cubicBezTo>
                  <a:lnTo>
                    <a:pt x="0" y="25783"/>
                  </a:lnTo>
                  <a:cubicBezTo>
                    <a:pt x="0" y="18945"/>
                    <a:pt x="2716" y="12387"/>
                    <a:pt x="7552" y="7552"/>
                  </a:cubicBezTo>
                  <a:cubicBezTo>
                    <a:pt x="12387" y="2716"/>
                    <a:pt x="18945" y="0"/>
                    <a:pt x="25783"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2" id="22"/>
            <p:cNvSpPr txBox="true"/>
            <p:nvPr/>
          </p:nvSpPr>
          <p:spPr>
            <a:xfrm>
              <a:off x="0" y="-47625"/>
              <a:ext cx="1028082" cy="636887"/>
            </a:xfrm>
            <a:prstGeom prst="rect">
              <a:avLst/>
            </a:prstGeom>
          </p:spPr>
          <p:txBody>
            <a:bodyPr anchor="ctr" rtlCol="false" tIns="50800" lIns="50800" bIns="50800" rIns="50800"/>
            <a:lstStyle/>
            <a:p>
              <a:pPr algn="ctr">
                <a:lnSpc>
                  <a:spcPts val="2800"/>
                </a:lnSpc>
              </a:pPr>
            </a:p>
          </p:txBody>
        </p:sp>
      </p:grpSp>
      <p:sp>
        <p:nvSpPr>
          <p:cNvPr name="!!S9_Shp23" id="23"/>
          <p:cNvSpPr/>
          <p:nvPr/>
        </p:nvSpPr>
        <p:spPr>
          <a:xfrm flipH="false" flipV="false" rot="0">
            <a:off x="2833764" y="5633503"/>
            <a:ext cx="2639858" cy="907151"/>
          </a:xfrm>
          <a:custGeom>
            <a:avLst/>
            <a:gdLst/>
            <a:ahLst/>
            <a:cxnLst/>
            <a:rect r="r" b="b" t="t" l="l"/>
            <a:pathLst>
              <a:path h="907151" w="2639858">
                <a:moveTo>
                  <a:pt x="0" y="0"/>
                </a:moveTo>
                <a:lnTo>
                  <a:pt x="2639859" y="0"/>
                </a:lnTo>
                <a:lnTo>
                  <a:pt x="2639859" y="907151"/>
                </a:lnTo>
                <a:lnTo>
                  <a:pt x="0" y="9071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9_Shp24" id="24"/>
          <p:cNvSpPr/>
          <p:nvPr/>
        </p:nvSpPr>
        <p:spPr>
          <a:xfrm flipH="false" flipV="false" rot="0">
            <a:off x="16225874" y="7779092"/>
            <a:ext cx="989738" cy="986139"/>
          </a:xfrm>
          <a:custGeom>
            <a:avLst/>
            <a:gdLst/>
            <a:ahLst/>
            <a:cxnLst/>
            <a:rect r="r" b="b" t="t" l="l"/>
            <a:pathLst>
              <a:path h="986139" w="989738">
                <a:moveTo>
                  <a:pt x="0" y="0"/>
                </a:moveTo>
                <a:lnTo>
                  <a:pt x="989738" y="0"/>
                </a:lnTo>
                <a:lnTo>
                  <a:pt x="989738" y="986139"/>
                </a:lnTo>
                <a:lnTo>
                  <a:pt x="0" y="98613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9_Shp25" id="25"/>
          <p:cNvSpPr txBox="true"/>
          <p:nvPr/>
        </p:nvSpPr>
        <p:spPr>
          <a:xfrm rot="0">
            <a:off x="2833764" y="7088809"/>
            <a:ext cx="10276459"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PENCAPAIAN</a:t>
            </a:r>
          </a:p>
        </p:txBody>
      </p:sp>
      <p:sp>
        <p:nvSpPr>
          <p:cNvPr name="!!Persistent_PageNumber" id="26"/>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09</a:t>
            </a:r>
          </a:p>
        </p:txBody>
      </p:sp>
      <p:sp>
        <p:nvSpPr>
          <p:cNvPr name="!!Persistent_HeaderTitle" id="27"/>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9_Shp28" id="28"/>
          <p:cNvSpPr txBox="true"/>
          <p:nvPr/>
        </p:nvSpPr>
        <p:spPr>
          <a:xfrm rot="0">
            <a:off x="2833764" y="8136256"/>
            <a:ext cx="973319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KREATIF</a:t>
            </a:r>
          </a:p>
        </p:txBody>
      </p:sp>
      <p:sp>
        <p:nvSpPr>
          <p:cNvPr name="!!S9_Shp29" id="29"/>
          <p:cNvSpPr txBox="true"/>
          <p:nvPr/>
        </p:nvSpPr>
        <p:spPr>
          <a:xfrm rot="0">
            <a:off x="9217415" y="2484673"/>
            <a:ext cx="2795596" cy="1114425"/>
          </a:xfrm>
          <a:prstGeom prst="rect">
            <a:avLst/>
          </a:prstGeom>
        </p:spPr>
        <p:txBody>
          <a:bodyPr anchor="t" rtlCol="false" tIns="0" lIns="0" bIns="0" rIns="0">
            <a:spAutoFit/>
          </a:bodyPr>
          <a:lstStyle/>
          <a:p>
            <a:pPr algn="ctr">
              <a:lnSpc>
                <a:spcPts val="8700"/>
              </a:lnSpc>
            </a:pPr>
            <a:r>
              <a:rPr lang="en-US" sz="7500" b="true">
                <a:solidFill>
                  <a:srgbClr val="FDFDFD"/>
                </a:solidFill>
                <a:latin typeface="Fira Sans Bold"/>
                <a:ea typeface="Fira Sans Bold"/>
                <a:cs typeface="Fira Sans Bold"/>
                <a:sym typeface="Fira Sans Bold"/>
              </a:rPr>
              <a:t>300+</a:t>
            </a:r>
          </a:p>
        </p:txBody>
      </p:sp>
      <p:sp>
        <p:nvSpPr>
          <p:cNvPr name="!!S9_Shp30" id="30"/>
          <p:cNvSpPr txBox="true"/>
          <p:nvPr/>
        </p:nvSpPr>
        <p:spPr>
          <a:xfrm rot="0">
            <a:off x="9188840" y="3608623"/>
            <a:ext cx="2795596" cy="443865"/>
          </a:xfrm>
          <a:prstGeom prst="rect">
            <a:avLst/>
          </a:prstGeom>
        </p:spPr>
        <p:txBody>
          <a:bodyPr anchor="t" rtlCol="false" tIns="0" lIns="0" bIns="0" rIns="0">
            <a:spAutoFit/>
          </a:bodyPr>
          <a:lstStyle/>
          <a:p>
            <a:pPr algn="ctr">
              <a:lnSpc>
                <a:spcPts val="3479"/>
              </a:lnSpc>
            </a:pPr>
            <a:r>
              <a:rPr lang="en-US" sz="3000">
                <a:solidFill>
                  <a:srgbClr val="FDFDFD"/>
                </a:solidFill>
                <a:latin typeface="Fira Sans"/>
                <a:ea typeface="Fira Sans"/>
                <a:cs typeface="Fira Sans"/>
                <a:sym typeface="Fira Sans"/>
              </a:rPr>
              <a:t>Konten Digital</a:t>
            </a:r>
          </a:p>
        </p:txBody>
      </p:sp>
      <p:sp>
        <p:nvSpPr>
          <p:cNvPr name="!!S9_Shp31" id="31"/>
          <p:cNvSpPr txBox="true"/>
          <p:nvPr/>
        </p:nvSpPr>
        <p:spPr>
          <a:xfrm rot="0">
            <a:off x="13294789" y="4849238"/>
            <a:ext cx="2795596" cy="1114425"/>
          </a:xfrm>
          <a:prstGeom prst="rect">
            <a:avLst/>
          </a:prstGeom>
        </p:spPr>
        <p:txBody>
          <a:bodyPr anchor="t" rtlCol="false" tIns="0" lIns="0" bIns="0" rIns="0">
            <a:spAutoFit/>
          </a:bodyPr>
          <a:lstStyle/>
          <a:p>
            <a:pPr algn="ctr">
              <a:lnSpc>
                <a:spcPts val="8700"/>
              </a:lnSpc>
            </a:pPr>
            <a:r>
              <a:rPr lang="en-US" sz="7500" b="true">
                <a:solidFill>
                  <a:srgbClr val="FDFDFD"/>
                </a:solidFill>
                <a:latin typeface="Fira Sans Bold"/>
                <a:ea typeface="Fira Sans Bold"/>
                <a:cs typeface="Fira Sans Bold"/>
                <a:sym typeface="Fira Sans Bold"/>
              </a:rPr>
              <a:t>30+</a:t>
            </a:r>
          </a:p>
        </p:txBody>
      </p:sp>
      <p:sp>
        <p:nvSpPr>
          <p:cNvPr name="!!S9_Shp32" id="32"/>
          <p:cNvSpPr txBox="true"/>
          <p:nvPr/>
        </p:nvSpPr>
        <p:spPr>
          <a:xfrm rot="0">
            <a:off x="13024957" y="5973188"/>
            <a:ext cx="3335260" cy="443865"/>
          </a:xfrm>
          <a:prstGeom prst="rect">
            <a:avLst/>
          </a:prstGeom>
        </p:spPr>
        <p:txBody>
          <a:bodyPr anchor="t" rtlCol="false" tIns="0" lIns="0" bIns="0" rIns="0">
            <a:spAutoFit/>
          </a:bodyPr>
          <a:lstStyle/>
          <a:p>
            <a:pPr algn="ctr">
              <a:lnSpc>
                <a:spcPts val="3479"/>
              </a:lnSpc>
            </a:pPr>
            <a:r>
              <a:rPr lang="en-US" sz="3000">
                <a:solidFill>
                  <a:srgbClr val="FDFDFD"/>
                </a:solidFill>
                <a:latin typeface="Fira Sans"/>
                <a:ea typeface="Fira Sans"/>
                <a:cs typeface="Fira Sans"/>
                <a:sym typeface="Fira Sans"/>
              </a:rPr>
              <a:t>Kampanye Konten</a:t>
            </a:r>
          </a:p>
        </p:txBody>
      </p:sp>
      <p:sp>
        <p:nvSpPr>
          <p:cNvPr name="!!S9_Shp33" id="33"/>
          <p:cNvSpPr txBox="true"/>
          <p:nvPr/>
        </p:nvSpPr>
        <p:spPr>
          <a:xfrm rot="0">
            <a:off x="13294789" y="2501236"/>
            <a:ext cx="2795596" cy="1114425"/>
          </a:xfrm>
          <a:prstGeom prst="rect">
            <a:avLst/>
          </a:prstGeom>
        </p:spPr>
        <p:txBody>
          <a:bodyPr anchor="t" rtlCol="false" tIns="0" lIns="0" bIns="0" rIns="0">
            <a:spAutoFit/>
          </a:bodyPr>
          <a:lstStyle/>
          <a:p>
            <a:pPr algn="ctr">
              <a:lnSpc>
                <a:spcPts val="8700"/>
              </a:lnSpc>
            </a:pPr>
            <a:r>
              <a:rPr lang="en-US" sz="7500" b="true">
                <a:solidFill>
                  <a:srgbClr val="165325"/>
                </a:solidFill>
                <a:latin typeface="Fira Sans Bold"/>
                <a:ea typeface="Fira Sans Bold"/>
                <a:cs typeface="Fira Sans Bold"/>
                <a:sym typeface="Fira Sans Bold"/>
              </a:rPr>
              <a:t>5</a:t>
            </a:r>
            <a:r>
              <a:rPr lang="en-US" b="true" sz="7500">
                <a:solidFill>
                  <a:srgbClr val="165325"/>
                </a:solidFill>
                <a:latin typeface="Fira Sans Bold"/>
                <a:ea typeface="Fira Sans Bold"/>
                <a:cs typeface="Fira Sans Bold"/>
                <a:sym typeface="Fira Sans Bold"/>
              </a:rPr>
              <a:t>0+</a:t>
            </a:r>
          </a:p>
        </p:txBody>
      </p:sp>
      <p:sp>
        <p:nvSpPr>
          <p:cNvPr name="!!S9_Shp34" id="34"/>
          <p:cNvSpPr txBox="true"/>
          <p:nvPr/>
        </p:nvSpPr>
        <p:spPr>
          <a:xfrm rot="0">
            <a:off x="13266214" y="3625186"/>
            <a:ext cx="2795596" cy="443865"/>
          </a:xfrm>
          <a:prstGeom prst="rect">
            <a:avLst/>
          </a:prstGeom>
        </p:spPr>
        <p:txBody>
          <a:bodyPr anchor="t" rtlCol="false" tIns="0" lIns="0" bIns="0" rIns="0">
            <a:spAutoFit/>
          </a:bodyPr>
          <a:lstStyle/>
          <a:p>
            <a:pPr algn="ctr">
              <a:lnSpc>
                <a:spcPts val="3479"/>
              </a:lnSpc>
            </a:pPr>
            <a:r>
              <a:rPr lang="en-US" sz="3000">
                <a:solidFill>
                  <a:srgbClr val="165325"/>
                </a:solidFill>
                <a:latin typeface="Fira Sans"/>
                <a:ea typeface="Fira Sans"/>
                <a:cs typeface="Fira Sans"/>
                <a:sym typeface="Fira Sans"/>
              </a:rPr>
              <a:t>Proyek Kreatif</a:t>
            </a:r>
          </a:p>
        </p:txBody>
      </p:sp>
      <p:sp>
        <p:nvSpPr>
          <p:cNvPr name="!!S9_Shp35" id="35"/>
          <p:cNvSpPr txBox="true"/>
          <p:nvPr/>
        </p:nvSpPr>
        <p:spPr>
          <a:xfrm rot="0">
            <a:off x="9245990" y="4895432"/>
            <a:ext cx="2795596" cy="1114425"/>
          </a:xfrm>
          <a:prstGeom prst="rect">
            <a:avLst/>
          </a:prstGeom>
        </p:spPr>
        <p:txBody>
          <a:bodyPr anchor="t" rtlCol="false" tIns="0" lIns="0" bIns="0" rIns="0">
            <a:spAutoFit/>
          </a:bodyPr>
          <a:lstStyle/>
          <a:p>
            <a:pPr algn="ctr">
              <a:lnSpc>
                <a:spcPts val="8700"/>
              </a:lnSpc>
            </a:pPr>
            <a:r>
              <a:rPr lang="en-US" sz="7500" b="true">
                <a:solidFill>
                  <a:srgbClr val="165325"/>
                </a:solidFill>
                <a:latin typeface="Fira Sans Bold"/>
                <a:ea typeface="Fira Sans Bold"/>
                <a:cs typeface="Fira Sans Bold"/>
                <a:sym typeface="Fira Sans Bold"/>
              </a:rPr>
              <a:t>3</a:t>
            </a:r>
            <a:r>
              <a:rPr lang="en-US" b="true" sz="7500">
                <a:solidFill>
                  <a:srgbClr val="165325"/>
                </a:solidFill>
                <a:latin typeface="Fira Sans Bold"/>
                <a:ea typeface="Fira Sans Bold"/>
                <a:cs typeface="Fira Sans Bold"/>
                <a:sym typeface="Fira Sans Bold"/>
              </a:rPr>
              <a:t>0+</a:t>
            </a:r>
          </a:p>
        </p:txBody>
      </p:sp>
      <p:sp>
        <p:nvSpPr>
          <p:cNvPr name="!!S9_Shp36" id="36"/>
          <p:cNvSpPr txBox="true"/>
          <p:nvPr/>
        </p:nvSpPr>
        <p:spPr>
          <a:xfrm rot="0">
            <a:off x="9217415" y="6019382"/>
            <a:ext cx="2795596" cy="443865"/>
          </a:xfrm>
          <a:prstGeom prst="rect">
            <a:avLst/>
          </a:prstGeom>
        </p:spPr>
        <p:txBody>
          <a:bodyPr anchor="t" rtlCol="false" tIns="0" lIns="0" bIns="0" rIns="0">
            <a:spAutoFit/>
          </a:bodyPr>
          <a:lstStyle/>
          <a:p>
            <a:pPr algn="ctr">
              <a:lnSpc>
                <a:spcPts val="3479"/>
              </a:lnSpc>
            </a:pPr>
            <a:r>
              <a:rPr lang="en-US" sz="3000">
                <a:solidFill>
                  <a:srgbClr val="165325"/>
                </a:solidFill>
                <a:latin typeface="Fira Sans"/>
                <a:ea typeface="Fira Sans"/>
                <a:cs typeface="Fira Sans"/>
                <a:sym typeface="Fira Sans"/>
              </a:rPr>
              <a:t>Klien</a:t>
            </a:r>
          </a:p>
        </p:txBody>
      </p:sp>
      <p:sp>
        <p:nvSpPr>
          <p:cNvPr name="!!S9_Shp37" id="37"/>
          <p:cNvSpPr txBox="true"/>
          <p:nvPr/>
        </p:nvSpPr>
        <p:spPr>
          <a:xfrm rot="0">
            <a:off x="2833764" y="2109316"/>
            <a:ext cx="5279717" cy="30511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Lo</a:t>
            </a:r>
            <a:r>
              <a:rPr lang="en-US" sz="2499">
                <a:solidFill>
                  <a:srgbClr val="082009"/>
                </a:solidFill>
                <a:latin typeface="Fira Sans"/>
                <a:ea typeface="Fira Sans"/>
                <a:cs typeface="Fira Sans"/>
                <a:sym typeface="Fira Sans"/>
              </a:rPr>
              <a:t>rem ipsum consectetur magna do est nostrud aute et sed minim nulla eiusmod proident labore dolore et culpa cupidatat esse qui nulla enim sunt veniam pariatur dolore ipsum proident adipiscing eiusmod irure culpa dolore commodo et </a:t>
            </a:r>
          </a:p>
        </p:txBody>
      </p:sp>
      <p:sp>
        <p:nvSpPr>
          <p:cNvPr name="!!S9_Shp38" id="38"/>
          <p:cNvSpPr/>
          <p:nvPr/>
        </p:nvSpPr>
        <p:spPr>
          <a:xfrm flipH="false" flipV="true" rot="0">
            <a:off x="15056407" y="8272161"/>
            <a:ext cx="989738" cy="986139"/>
          </a:xfrm>
          <a:custGeom>
            <a:avLst/>
            <a:gdLst/>
            <a:ahLst/>
            <a:cxnLst/>
            <a:rect r="r" b="b" t="t" l="l"/>
            <a:pathLst>
              <a:path h="986139" w="989738">
                <a:moveTo>
                  <a:pt x="0" y="986139"/>
                </a:moveTo>
                <a:lnTo>
                  <a:pt x="989738" y="986139"/>
                </a:lnTo>
                <a:lnTo>
                  <a:pt x="989738" y="0"/>
                </a:lnTo>
                <a:lnTo>
                  <a:pt x="0" y="0"/>
                </a:lnTo>
                <a:lnTo>
                  <a:pt x="0" y="986139"/>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grpSp>
        <p:nvGrpSpPr>
          <p:cNvPr name="!!S10_Shp7" id="150"/>
          <p:cNvGrpSpPr/>
          <p:nvPr/>
        </p:nvGrpSpPr>
        <p:grpSpPr>
          <a:xfrm rot="0">
            <a:off x="2185345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sp>
        <p:nvSpPr>
          <p:cNvPr name="!!S10_Shp10" id="151"/>
          <p:cNvSpPr/>
          <p:nvPr/>
        </p:nvSpPr>
        <p:spPr>
          <a:xfrm flipH="true" flipV="true">
            <a:off x="17459402" y="13401003"/>
            <a:ext cx="9525" cy="4644277"/>
          </a:xfrm>
          <a:prstGeom prst="line">
            <a:avLst/>
          </a:prstGeom>
          <a:ln cap="flat" w="19050">
            <a:solidFill>
              <a:srgbClr val="165325"/>
            </a:solidFill>
            <a:prstDash val="solid"/>
            <a:headEnd type="none" len="sm" w="sm"/>
            <a:tailEnd type="none" len="sm" w="sm"/>
          </a:ln>
        </p:spPr>
        <p:txBody>
          <a:bodyPr/>
          <a:p/>
        </p:txBody>
      </p:sp>
      <p:grpSp>
        <p:nvGrpSpPr>
          <p:cNvPr name="!!S10_Shp11" id="152"/>
          <p:cNvGrpSpPr/>
          <p:nvPr/>
        </p:nvGrpSpPr>
        <p:grpSpPr>
          <a:xfrm rot="0">
            <a:off x="17096342" y="12930500"/>
            <a:ext cx="1072909" cy="447159"/>
            <a:chOff x="0" y="0"/>
            <a:chExt cx="282577" cy="117770"/>
          </a:xfrm>
        </p:grpSpPr>
        <p:sp>
          <p:nvSpPr>
            <p:cNvPr name="Freeform 12" id="12"/>
            <p:cNvSpPr/>
            <p:nvPr/>
          </p:nvSpPr>
          <p:spPr>
            <a:xfrm flipH="false" flipV="false" rot="0">
              <a:off x="0" y="0"/>
              <a:ext cx="282577" cy="117770"/>
            </a:xfrm>
            <a:custGeom>
              <a:avLst/>
              <a:gdLst/>
              <a:ahLst/>
              <a:cxnLst/>
              <a:rect r="r" b="b" t="t" l="l"/>
              <a:pathLst>
                <a:path h="117770" w="282577">
                  <a:moveTo>
                    <a:pt x="58885" y="0"/>
                  </a:moveTo>
                  <a:lnTo>
                    <a:pt x="223692" y="0"/>
                  </a:lnTo>
                  <a:cubicBezTo>
                    <a:pt x="256213" y="0"/>
                    <a:pt x="282577" y="26364"/>
                    <a:pt x="282577" y="58885"/>
                  </a:cubicBezTo>
                  <a:lnTo>
                    <a:pt x="282577" y="58885"/>
                  </a:lnTo>
                  <a:cubicBezTo>
                    <a:pt x="282577" y="74502"/>
                    <a:pt x="276373" y="89480"/>
                    <a:pt x="265330" y="100523"/>
                  </a:cubicBezTo>
                  <a:cubicBezTo>
                    <a:pt x="254287" y="111566"/>
                    <a:pt x="239309" y="117770"/>
                    <a:pt x="223692" y="117770"/>
                  </a:cubicBezTo>
                  <a:lnTo>
                    <a:pt x="58885" y="117770"/>
                  </a:lnTo>
                  <a:cubicBezTo>
                    <a:pt x="26364" y="117770"/>
                    <a:pt x="0" y="91406"/>
                    <a:pt x="0" y="58885"/>
                  </a:cubicBezTo>
                  <a:lnTo>
                    <a:pt x="0" y="58885"/>
                  </a:lnTo>
                  <a:cubicBezTo>
                    <a:pt x="0" y="26364"/>
                    <a:pt x="26364" y="0"/>
                    <a:pt x="58885"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282577" cy="165395"/>
            </a:xfrm>
            <a:prstGeom prst="rect">
              <a:avLst/>
            </a:prstGeom>
          </p:spPr>
          <p:txBody>
            <a:bodyPr anchor="ctr" rtlCol="false" tIns="50800" lIns="50800" bIns="50800" rIns="50800"/>
            <a:lstStyle/>
            <a:p>
              <a:pPr algn="ctr">
                <a:lnSpc>
                  <a:spcPts val="2800"/>
                </a:lnSpc>
              </a:pPr>
            </a:p>
          </p:txBody>
        </p:sp>
      </p:grpSp>
      <p:grpSp>
        <p:nvGrpSpPr>
          <p:cNvPr name="!!S10_Shp14" id="153"/>
          <p:cNvGrpSpPr/>
          <p:nvPr/>
        </p:nvGrpSpPr>
        <p:grpSpPr>
          <a:xfrm rot="0">
            <a:off x="17096342" y="13386102"/>
            <a:ext cx="1072909" cy="447159"/>
            <a:chOff x="0" y="0"/>
            <a:chExt cx="282577" cy="117770"/>
          </a:xfrm>
        </p:grpSpPr>
        <p:sp>
          <p:nvSpPr>
            <p:cNvPr name="Freeform 15" id="15"/>
            <p:cNvSpPr/>
            <p:nvPr/>
          </p:nvSpPr>
          <p:spPr>
            <a:xfrm flipH="false" flipV="false" rot="0">
              <a:off x="0" y="0"/>
              <a:ext cx="282577" cy="117770"/>
            </a:xfrm>
            <a:custGeom>
              <a:avLst/>
              <a:gdLst/>
              <a:ahLst/>
              <a:cxnLst/>
              <a:rect r="r" b="b" t="t" l="l"/>
              <a:pathLst>
                <a:path h="117770" w="282577">
                  <a:moveTo>
                    <a:pt x="58885" y="0"/>
                  </a:moveTo>
                  <a:lnTo>
                    <a:pt x="223692" y="0"/>
                  </a:lnTo>
                  <a:cubicBezTo>
                    <a:pt x="256213" y="0"/>
                    <a:pt x="282577" y="26364"/>
                    <a:pt x="282577" y="58885"/>
                  </a:cubicBezTo>
                  <a:lnTo>
                    <a:pt x="282577" y="58885"/>
                  </a:lnTo>
                  <a:cubicBezTo>
                    <a:pt x="282577" y="74502"/>
                    <a:pt x="276373" y="89480"/>
                    <a:pt x="265330" y="100523"/>
                  </a:cubicBezTo>
                  <a:cubicBezTo>
                    <a:pt x="254287" y="111566"/>
                    <a:pt x="239309" y="117770"/>
                    <a:pt x="223692" y="117770"/>
                  </a:cubicBezTo>
                  <a:lnTo>
                    <a:pt x="58885" y="117770"/>
                  </a:lnTo>
                  <a:cubicBezTo>
                    <a:pt x="26364" y="117770"/>
                    <a:pt x="0" y="91406"/>
                    <a:pt x="0" y="58885"/>
                  </a:cubicBezTo>
                  <a:lnTo>
                    <a:pt x="0" y="58885"/>
                  </a:lnTo>
                  <a:cubicBezTo>
                    <a:pt x="0" y="26364"/>
                    <a:pt x="26364" y="0"/>
                    <a:pt x="58885" y="0"/>
                  </a:cubicBezTo>
                  <a:close/>
                </a:path>
              </a:pathLst>
            </a:custGeom>
            <a:gradFill rotWithShape="true">
              <a:gsLst>
                <a:gs pos="0">
                  <a:srgbClr val="19621D">
                    <a:alpha val="100000"/>
                  </a:srgbClr>
                </a:gs>
                <a:gs pos="100000">
                  <a:srgbClr val="0A3931">
                    <a:alpha val="100000"/>
                  </a:srgbClr>
                </a:gs>
              </a:gsLst>
              <a:lin ang="2700000"/>
            </a:gradFill>
          </p:spPr>
        </p:sp>
        <p:sp>
          <p:nvSpPr>
            <p:cNvPr name="TextBox 16" id="16"/>
            <p:cNvSpPr txBox="true"/>
            <p:nvPr/>
          </p:nvSpPr>
          <p:spPr>
            <a:xfrm>
              <a:off x="0" y="-47625"/>
              <a:ext cx="282577" cy="165395"/>
            </a:xfrm>
            <a:prstGeom prst="rect">
              <a:avLst/>
            </a:prstGeom>
          </p:spPr>
          <p:txBody>
            <a:bodyPr anchor="ctr" rtlCol="false" tIns="50800" lIns="50800" bIns="50800" rIns="50800"/>
            <a:lstStyle/>
            <a:p>
              <a:pPr algn="ctr">
                <a:lnSpc>
                  <a:spcPts val="2800"/>
                </a:lnSpc>
              </a:pPr>
            </a:p>
          </p:txBody>
        </p:sp>
      </p:grpSp>
      <p:grpSp>
        <p:nvGrpSpPr>
          <p:cNvPr name="!!S10_Shp17" id="154"/>
          <p:cNvGrpSpPr/>
          <p:nvPr/>
        </p:nvGrpSpPr>
        <p:grpSpPr>
          <a:xfrm rot="0">
            <a:off x="17096342" y="12837077"/>
            <a:ext cx="1072909" cy="447159"/>
            <a:chOff x="0" y="0"/>
            <a:chExt cx="282577" cy="117770"/>
          </a:xfrm>
        </p:grpSpPr>
        <p:sp>
          <p:nvSpPr>
            <p:cNvPr name="Freeform 18" id="18"/>
            <p:cNvSpPr/>
            <p:nvPr/>
          </p:nvSpPr>
          <p:spPr>
            <a:xfrm flipH="false" flipV="false" rot="0">
              <a:off x="0" y="0"/>
              <a:ext cx="282577" cy="117770"/>
            </a:xfrm>
            <a:custGeom>
              <a:avLst/>
              <a:gdLst/>
              <a:ahLst/>
              <a:cxnLst/>
              <a:rect r="r" b="b" t="t" l="l"/>
              <a:pathLst>
                <a:path h="117770" w="282577">
                  <a:moveTo>
                    <a:pt x="58885" y="0"/>
                  </a:moveTo>
                  <a:lnTo>
                    <a:pt x="223692" y="0"/>
                  </a:lnTo>
                  <a:cubicBezTo>
                    <a:pt x="256213" y="0"/>
                    <a:pt x="282577" y="26364"/>
                    <a:pt x="282577" y="58885"/>
                  </a:cubicBezTo>
                  <a:lnTo>
                    <a:pt x="282577" y="58885"/>
                  </a:lnTo>
                  <a:cubicBezTo>
                    <a:pt x="282577" y="74502"/>
                    <a:pt x="276373" y="89480"/>
                    <a:pt x="265330" y="100523"/>
                  </a:cubicBezTo>
                  <a:cubicBezTo>
                    <a:pt x="254287" y="111566"/>
                    <a:pt x="239309" y="117770"/>
                    <a:pt x="223692" y="117770"/>
                  </a:cubicBezTo>
                  <a:lnTo>
                    <a:pt x="58885" y="117770"/>
                  </a:lnTo>
                  <a:cubicBezTo>
                    <a:pt x="26364" y="117770"/>
                    <a:pt x="0" y="91406"/>
                    <a:pt x="0" y="58885"/>
                  </a:cubicBezTo>
                  <a:lnTo>
                    <a:pt x="0" y="58885"/>
                  </a:lnTo>
                  <a:cubicBezTo>
                    <a:pt x="0" y="26364"/>
                    <a:pt x="26364" y="0"/>
                    <a:pt x="58885"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282577" cy="165395"/>
            </a:xfrm>
            <a:prstGeom prst="rect">
              <a:avLst/>
            </a:prstGeom>
          </p:spPr>
          <p:txBody>
            <a:bodyPr anchor="ctr" rtlCol="false" tIns="50800" lIns="50800" bIns="50800" rIns="50800"/>
            <a:lstStyle/>
            <a:p>
              <a:pPr algn="ctr">
                <a:lnSpc>
                  <a:spcPts val="2800"/>
                </a:lnSpc>
              </a:pPr>
            </a:p>
          </p:txBody>
        </p:sp>
      </p:grpSp>
      <p:sp>
        <p:nvSpPr>
          <p:cNvPr name="!!S10_Shp20" id="155"/>
          <p:cNvSpPr/>
          <p:nvPr/>
        </p:nvSpPr>
        <p:spPr>
          <a:xfrm flipH="false" flipV="false" rot="0">
            <a:off x="21667900" y="-442321"/>
            <a:ext cx="11171642" cy="11171642"/>
          </a:xfrm>
          <a:custGeom>
            <a:avLst/>
            <a:gdLst/>
            <a:ahLst/>
            <a:cxnLst/>
            <a:rect r="r" b="b" t="t" l="l"/>
            <a:pathLst>
              <a:path h="11171642" w="11171642">
                <a:moveTo>
                  <a:pt x="0" y="0"/>
                </a:moveTo>
                <a:lnTo>
                  <a:pt x="11171642" y="0"/>
                </a:lnTo>
                <a:lnTo>
                  <a:pt x="11171642" y="11171642"/>
                </a:lnTo>
                <a:lnTo>
                  <a:pt x="0" y="111716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0_Shp21" id="156"/>
          <p:cNvSpPr/>
          <p:nvPr/>
        </p:nvSpPr>
        <p:spPr>
          <a:xfrm flipH="false" flipV="false" rot="0">
            <a:off x="29890203" y="12894210"/>
            <a:ext cx="1999497" cy="3151070"/>
          </a:xfrm>
          <a:custGeom>
            <a:avLst/>
            <a:gdLst/>
            <a:ahLst/>
            <a:cxnLst/>
            <a:rect r="r" b="b" t="t" l="l"/>
            <a:pathLst>
              <a:path h="3151070" w="1999497">
                <a:moveTo>
                  <a:pt x="0" y="0"/>
                </a:moveTo>
                <a:lnTo>
                  <a:pt x="1999497" y="0"/>
                </a:lnTo>
                <a:lnTo>
                  <a:pt x="1999497" y="3151070"/>
                </a:lnTo>
                <a:lnTo>
                  <a:pt x="0" y="31510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10_Shp22" id="157"/>
          <p:cNvSpPr/>
          <p:nvPr/>
        </p:nvSpPr>
        <p:spPr>
          <a:xfrm flipH="false" flipV="false" rot="0">
            <a:off x="29975928" y="12994329"/>
            <a:ext cx="1913772" cy="1659763"/>
          </a:xfrm>
          <a:custGeom>
            <a:avLst/>
            <a:gdLst/>
            <a:ahLst/>
            <a:cxnLst/>
            <a:rect r="r" b="b" t="t" l="l"/>
            <a:pathLst>
              <a:path h="1659763" w="1913772">
                <a:moveTo>
                  <a:pt x="0" y="0"/>
                </a:moveTo>
                <a:lnTo>
                  <a:pt x="1913772" y="0"/>
                </a:lnTo>
                <a:lnTo>
                  <a:pt x="1913772" y="1659762"/>
                </a:lnTo>
                <a:lnTo>
                  <a:pt x="0" y="16597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10_Shp23" id="158"/>
          <p:cNvSpPr txBox="true"/>
          <p:nvPr/>
        </p:nvSpPr>
        <p:spPr>
          <a:xfrm rot="0">
            <a:off x="22090730" y="2698511"/>
            <a:ext cx="11069352"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PROFESIONAL</a:t>
            </a:r>
          </a:p>
        </p:txBody>
      </p:sp>
      <p:sp>
        <p:nvSpPr>
          <p:cNvPr name="!!S10_Shp26" id="159"/>
          <p:cNvSpPr txBox="true"/>
          <p:nvPr/>
        </p:nvSpPr>
        <p:spPr>
          <a:xfrm rot="0">
            <a:off x="22121764" y="1616392"/>
            <a:ext cx="10082114"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PENGALAMAN</a:t>
            </a:r>
          </a:p>
        </p:txBody>
      </p:sp>
      <p:sp>
        <p:nvSpPr>
          <p:cNvPr name="!!S10_Shp27" id="160"/>
          <p:cNvSpPr txBox="true"/>
          <p:nvPr/>
        </p:nvSpPr>
        <p:spPr>
          <a:xfrm rot="0">
            <a:off x="18371730" y="12882875"/>
            <a:ext cx="3705357" cy="422275"/>
          </a:xfrm>
          <a:prstGeom prst="rect">
            <a:avLst/>
          </a:prstGeom>
        </p:spPr>
        <p:txBody>
          <a:bodyPr anchor="t" rtlCol="false" tIns="0" lIns="0" bIns="0" rIns="0">
            <a:spAutoFit/>
          </a:bodyPr>
          <a:lstStyle/>
          <a:p>
            <a:pPr algn="l">
              <a:lnSpc>
                <a:spcPts val="3499"/>
              </a:lnSpc>
            </a:pPr>
            <a:r>
              <a:rPr lang="en-US" sz="2499" b="true">
                <a:solidFill>
                  <a:srgbClr val="082009"/>
                </a:solidFill>
                <a:latin typeface="Fira Sans Bold"/>
                <a:ea typeface="Fira Sans Bold"/>
                <a:cs typeface="Fira Sans Bold"/>
                <a:sym typeface="Fira Sans Bold"/>
              </a:rPr>
              <a:t>K</a:t>
            </a:r>
            <a:r>
              <a:rPr lang="en-US" sz="2499" b="true">
                <a:solidFill>
                  <a:srgbClr val="082009"/>
                </a:solidFill>
                <a:latin typeface="Fira Sans Bold"/>
                <a:ea typeface="Fira Sans Bold"/>
                <a:cs typeface="Fira Sans Bold"/>
                <a:sym typeface="Fira Sans Bold"/>
              </a:rPr>
              <a:t>reator Konten Lepas</a:t>
            </a:r>
          </a:p>
        </p:txBody>
      </p:sp>
      <p:sp>
        <p:nvSpPr>
          <p:cNvPr name="!!S10_Shp28" id="161"/>
          <p:cNvSpPr txBox="true"/>
          <p:nvPr/>
        </p:nvSpPr>
        <p:spPr>
          <a:xfrm rot="0">
            <a:off x="21571478" y="12882875"/>
            <a:ext cx="3705357" cy="422275"/>
          </a:xfrm>
          <a:prstGeom prst="rect">
            <a:avLst/>
          </a:prstGeom>
        </p:spPr>
        <p:txBody>
          <a:bodyPr anchor="t" rtlCol="false" tIns="0" lIns="0" bIns="0" rIns="0">
            <a:spAutoFit/>
          </a:bodyPr>
          <a:lstStyle/>
          <a:p>
            <a:pPr algn="l">
              <a:lnSpc>
                <a:spcPts val="3499"/>
              </a:lnSpc>
            </a:pPr>
            <a:r>
              <a:rPr lang="en-US" sz="2499">
                <a:solidFill>
                  <a:srgbClr val="082009"/>
                </a:solidFill>
                <a:latin typeface="Fira Sans"/>
                <a:ea typeface="Fira Sans"/>
                <a:cs typeface="Fira Sans"/>
                <a:sym typeface="Fira Sans"/>
              </a:rPr>
              <a:t> | 2022 - Sekarang</a:t>
            </a:r>
          </a:p>
        </p:txBody>
      </p:sp>
      <p:sp>
        <p:nvSpPr>
          <p:cNvPr name="!!S10_Shp29" id="162"/>
          <p:cNvSpPr txBox="true"/>
          <p:nvPr/>
        </p:nvSpPr>
        <p:spPr>
          <a:xfrm rot="0">
            <a:off x="18371730" y="13355950"/>
            <a:ext cx="10623123"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Membuat konten digital untuk kebutuhan promosi, edukasi, dan pengembangan merek.</a:t>
            </a:r>
          </a:p>
        </p:txBody>
      </p:sp>
      <p:sp>
        <p:nvSpPr>
          <p:cNvPr name="!!S10_Shp30" id="163"/>
          <p:cNvSpPr txBox="true"/>
          <p:nvPr/>
        </p:nvSpPr>
        <p:spPr>
          <a:xfrm rot="0">
            <a:off x="18371730" y="13338477"/>
            <a:ext cx="3705357" cy="422275"/>
          </a:xfrm>
          <a:prstGeom prst="rect">
            <a:avLst/>
          </a:prstGeom>
        </p:spPr>
        <p:txBody>
          <a:bodyPr anchor="t" rtlCol="false" tIns="0" lIns="0" bIns="0" rIns="0">
            <a:spAutoFit/>
          </a:bodyPr>
          <a:lstStyle/>
          <a:p>
            <a:pPr algn="l">
              <a:lnSpc>
                <a:spcPts val="3499"/>
              </a:lnSpc>
            </a:pPr>
            <a:r>
              <a:rPr lang="en-US" sz="2499" b="true">
                <a:solidFill>
                  <a:srgbClr val="082009"/>
                </a:solidFill>
                <a:latin typeface="Fira Sans Bold"/>
                <a:ea typeface="Fira Sans Bold"/>
                <a:cs typeface="Fira Sans Bold"/>
                <a:sym typeface="Fira Sans Bold"/>
              </a:rPr>
              <a:t>P</a:t>
            </a:r>
            <a:r>
              <a:rPr lang="en-US" sz="2499" b="true">
                <a:solidFill>
                  <a:srgbClr val="082009"/>
                </a:solidFill>
                <a:latin typeface="Fira Sans Bold"/>
                <a:ea typeface="Fira Sans Bold"/>
                <a:cs typeface="Fira Sans Bold"/>
                <a:sym typeface="Fira Sans Bold"/>
              </a:rPr>
              <a:t>engelola Media Sosial</a:t>
            </a:r>
          </a:p>
        </p:txBody>
      </p:sp>
      <p:sp>
        <p:nvSpPr>
          <p:cNvPr name="!!S10_Shp31" id="164"/>
          <p:cNvSpPr txBox="true"/>
          <p:nvPr/>
        </p:nvSpPr>
        <p:spPr>
          <a:xfrm rot="0">
            <a:off x="21830613" y="13338477"/>
            <a:ext cx="3705357" cy="422275"/>
          </a:xfrm>
          <a:prstGeom prst="rect">
            <a:avLst/>
          </a:prstGeom>
        </p:spPr>
        <p:txBody>
          <a:bodyPr anchor="t" rtlCol="false" tIns="0" lIns="0" bIns="0" rIns="0">
            <a:spAutoFit/>
          </a:bodyPr>
          <a:lstStyle/>
          <a:p>
            <a:pPr algn="l">
              <a:lnSpc>
                <a:spcPts val="3499"/>
              </a:lnSpc>
            </a:pPr>
            <a:r>
              <a:rPr lang="en-US" sz="2499">
                <a:solidFill>
                  <a:srgbClr val="082009"/>
                </a:solidFill>
                <a:latin typeface="Fira Sans"/>
                <a:ea typeface="Fira Sans"/>
                <a:cs typeface="Fira Sans"/>
                <a:sym typeface="Fira Sans"/>
              </a:rPr>
              <a:t> | 2023 - Sekarang</a:t>
            </a:r>
          </a:p>
        </p:txBody>
      </p:sp>
      <p:sp>
        <p:nvSpPr>
          <p:cNvPr name="!!S10_Shp32" id="165"/>
          <p:cNvSpPr txBox="true"/>
          <p:nvPr/>
        </p:nvSpPr>
        <p:spPr>
          <a:xfrm rot="0">
            <a:off x="18371730" y="12811552"/>
            <a:ext cx="10623123"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Mengembangkan strategi konten dan meningkatkan interaksi audiens.</a:t>
            </a:r>
          </a:p>
        </p:txBody>
      </p:sp>
      <p:sp>
        <p:nvSpPr>
          <p:cNvPr name="!!S10_Shp33" id="166"/>
          <p:cNvSpPr txBox="true"/>
          <p:nvPr/>
        </p:nvSpPr>
        <p:spPr>
          <a:xfrm rot="0">
            <a:off x="18371730" y="12789452"/>
            <a:ext cx="3705357" cy="422275"/>
          </a:xfrm>
          <a:prstGeom prst="rect">
            <a:avLst/>
          </a:prstGeom>
        </p:spPr>
        <p:txBody>
          <a:bodyPr anchor="t" rtlCol="false" tIns="0" lIns="0" bIns="0" rIns="0">
            <a:spAutoFit/>
          </a:bodyPr>
          <a:lstStyle/>
          <a:p>
            <a:pPr algn="l">
              <a:lnSpc>
                <a:spcPts val="3499"/>
              </a:lnSpc>
            </a:pPr>
            <a:r>
              <a:rPr lang="en-US" sz="2499" b="true">
                <a:solidFill>
                  <a:srgbClr val="082009"/>
                </a:solidFill>
                <a:latin typeface="Fira Sans Bold"/>
                <a:ea typeface="Fira Sans Bold"/>
                <a:cs typeface="Fira Sans Bold"/>
                <a:sym typeface="Fira Sans Bold"/>
              </a:rPr>
              <a:t>K</a:t>
            </a:r>
            <a:r>
              <a:rPr lang="en-US" sz="2499" b="true">
                <a:solidFill>
                  <a:srgbClr val="082009"/>
                </a:solidFill>
                <a:latin typeface="Fira Sans Bold"/>
                <a:ea typeface="Fira Sans Bold"/>
                <a:cs typeface="Fira Sans Bold"/>
                <a:sym typeface="Fira Sans Bold"/>
              </a:rPr>
              <a:t>olaborasi dengan UMKM</a:t>
            </a:r>
          </a:p>
        </p:txBody>
      </p:sp>
      <p:sp>
        <p:nvSpPr>
          <p:cNvPr name="!!S10_Shp34" id="167"/>
          <p:cNvSpPr txBox="true"/>
          <p:nvPr/>
        </p:nvSpPr>
        <p:spPr>
          <a:xfrm rot="0">
            <a:off x="22277111" y="12789452"/>
            <a:ext cx="3705357" cy="422275"/>
          </a:xfrm>
          <a:prstGeom prst="rect">
            <a:avLst/>
          </a:prstGeom>
        </p:spPr>
        <p:txBody>
          <a:bodyPr anchor="t" rtlCol="false" tIns="0" lIns="0" bIns="0" rIns="0">
            <a:spAutoFit/>
          </a:bodyPr>
          <a:lstStyle/>
          <a:p>
            <a:pPr algn="l">
              <a:lnSpc>
                <a:spcPts val="3499"/>
              </a:lnSpc>
            </a:pPr>
            <a:r>
              <a:rPr lang="en-US" sz="2499">
                <a:solidFill>
                  <a:srgbClr val="082009"/>
                </a:solidFill>
                <a:latin typeface="Fira Sans"/>
                <a:ea typeface="Fira Sans"/>
                <a:cs typeface="Fira Sans"/>
                <a:sym typeface="Fira Sans"/>
              </a:rPr>
              <a:t> | 2024 - Sekarang</a:t>
            </a:r>
          </a:p>
        </p:txBody>
      </p:sp>
      <p:sp>
        <p:nvSpPr>
          <p:cNvPr name="!!S10_Shp35" id="168"/>
          <p:cNvSpPr txBox="true"/>
          <p:nvPr/>
        </p:nvSpPr>
        <p:spPr>
          <a:xfrm rot="0">
            <a:off x="18371730" y="13262527"/>
            <a:ext cx="10623123"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Membantu usaha kecil memproduksi konten promosi digital.</a:t>
            </a:r>
          </a:p>
        </p:txBody>
      </p:sp>
      <p:sp>
        <p:nvSpPr>
          <p:cNvPr name="!!S8_Shp3" id="169"/>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8_Shp4" id="170"/>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8_Shp5" id="171"/>
          <p:cNvSpPr/>
          <p:nvPr/>
        </p:nvSpPr>
        <p:spPr>
          <a:xfrm flipH="false" flipV="false" rot="0">
            <a:off x="-5996805" y="6331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8_Shp6" id="172"/>
          <p:cNvSpPr/>
          <p:nvPr/>
        </p:nvSpPr>
        <p:spPr>
          <a:xfrm flipH="false" flipV="false" rot="0">
            <a:off x="-5996805" y="-8717080"/>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8_Shp11" id="173"/>
          <p:cNvGrpSpPr/>
          <p:nvPr/>
        </p:nvGrpSpPr>
        <p:grpSpPr>
          <a:xfrm rot="0">
            <a:off x="-8414695" y="-4274347"/>
            <a:ext cx="3580931" cy="2274347"/>
            <a:chOff x="0" y="0"/>
            <a:chExt cx="554780" cy="352356"/>
          </a:xfrm>
        </p:grpSpPr>
        <p:sp>
          <p:nvSpPr>
            <p:cNvPr name="Freeform 12" id="12"/>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5"/>
              <a:stretch>
                <a:fillRect l="-810" t="0" r="-810" b="0"/>
              </a:stretch>
            </a:blipFill>
            <a:ln w="47625" cap="sq">
              <a:gradFill>
                <a:gsLst>
                  <a:gs pos="0">
                    <a:srgbClr val="19621D">
                      <a:alpha val="100000"/>
                    </a:srgbClr>
                  </a:gs>
                  <a:gs pos="100000">
                    <a:srgbClr val="0A3931">
                      <a:alpha val="100000"/>
                    </a:srgbClr>
                  </a:gs>
                </a:gsLst>
                <a:lin ang="2700000"/>
              </a:gradFill>
              <a:prstDash val="solid"/>
              <a:miter/>
            </a:ln>
          </p:spPr>
        </p:sp>
      </p:grpSp>
      <p:grpSp>
        <p:nvGrpSpPr>
          <p:cNvPr name="!!S8_Shp13" id="174"/>
          <p:cNvGrpSpPr/>
          <p:nvPr/>
        </p:nvGrpSpPr>
        <p:grpSpPr>
          <a:xfrm rot="0">
            <a:off x="-8414695" y="-4274347"/>
            <a:ext cx="3580931" cy="2274347"/>
            <a:chOff x="0" y="0"/>
            <a:chExt cx="554780" cy="352356"/>
          </a:xfrm>
        </p:grpSpPr>
        <p:sp>
          <p:nvSpPr>
            <p:cNvPr name="Freeform 14" id="14"/>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6"/>
              <a:stretch>
                <a:fillRect l="0" t="-2530" r="0" b="-2530"/>
              </a:stretch>
            </a:blipFill>
            <a:ln w="47625" cap="sq">
              <a:gradFill>
                <a:gsLst>
                  <a:gs pos="0">
                    <a:srgbClr val="19621D">
                      <a:alpha val="100000"/>
                    </a:srgbClr>
                  </a:gs>
                  <a:gs pos="100000">
                    <a:srgbClr val="0A3931">
                      <a:alpha val="100000"/>
                    </a:srgbClr>
                  </a:gs>
                </a:gsLst>
                <a:lin ang="2700000"/>
              </a:gradFill>
              <a:prstDash val="solid"/>
              <a:miter/>
            </a:ln>
          </p:spPr>
        </p:sp>
      </p:grpSp>
      <p:grpSp>
        <p:nvGrpSpPr>
          <p:cNvPr name="!!S8_Shp15" id="175"/>
          <p:cNvGrpSpPr/>
          <p:nvPr/>
        </p:nvGrpSpPr>
        <p:grpSpPr>
          <a:xfrm rot="0">
            <a:off x="-8217513" y="-4274347"/>
            <a:ext cx="3580931" cy="2274347"/>
            <a:chOff x="0" y="0"/>
            <a:chExt cx="554780" cy="352356"/>
          </a:xfrm>
        </p:grpSpPr>
        <p:sp>
          <p:nvSpPr>
            <p:cNvPr name="Freeform 16" id="16"/>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7"/>
              <a:stretch>
                <a:fillRect l="0" t="-28724" r="0" b="-28724"/>
              </a:stretch>
            </a:blipFill>
            <a:ln w="47625" cap="sq">
              <a:gradFill>
                <a:gsLst>
                  <a:gs pos="0">
                    <a:srgbClr val="19621D">
                      <a:alpha val="100000"/>
                    </a:srgbClr>
                  </a:gs>
                  <a:gs pos="100000">
                    <a:srgbClr val="0A3931">
                      <a:alpha val="100000"/>
                    </a:srgbClr>
                  </a:gs>
                </a:gsLst>
                <a:lin ang="2700000"/>
              </a:gradFill>
              <a:prstDash val="solid"/>
              <a:miter/>
            </a:ln>
          </p:spPr>
        </p:sp>
      </p:grpSp>
      <p:grpSp>
        <p:nvGrpSpPr>
          <p:cNvPr name="!!S8_Shp17" id="176"/>
          <p:cNvGrpSpPr/>
          <p:nvPr/>
        </p:nvGrpSpPr>
        <p:grpSpPr>
          <a:xfrm rot="0">
            <a:off x="-8217513" y="-4274347"/>
            <a:ext cx="3580931" cy="2274347"/>
            <a:chOff x="0" y="0"/>
            <a:chExt cx="554780" cy="352356"/>
          </a:xfrm>
        </p:grpSpPr>
        <p:sp>
          <p:nvSpPr>
            <p:cNvPr name="Freeform 18" id="18"/>
            <p:cNvSpPr/>
            <p:nvPr/>
          </p:nvSpPr>
          <p:spPr>
            <a:xfrm flipH="false" flipV="false" rot="0">
              <a:off x="0" y="0"/>
              <a:ext cx="554780" cy="352356"/>
            </a:xfrm>
            <a:custGeom>
              <a:avLst/>
              <a:gdLst/>
              <a:ahLst/>
              <a:cxnLst/>
              <a:rect r="r" b="b" t="t" l="l"/>
              <a:pathLst>
                <a:path h="352356" w="554780">
                  <a:moveTo>
                    <a:pt x="38916" y="0"/>
                  </a:moveTo>
                  <a:lnTo>
                    <a:pt x="515864" y="0"/>
                  </a:lnTo>
                  <a:cubicBezTo>
                    <a:pt x="526185" y="0"/>
                    <a:pt x="536084" y="4100"/>
                    <a:pt x="543382" y="11398"/>
                  </a:cubicBezTo>
                  <a:cubicBezTo>
                    <a:pt x="550680" y="18696"/>
                    <a:pt x="554780" y="28595"/>
                    <a:pt x="554780" y="38916"/>
                  </a:cubicBezTo>
                  <a:lnTo>
                    <a:pt x="554780" y="313440"/>
                  </a:lnTo>
                  <a:cubicBezTo>
                    <a:pt x="554780" y="334933"/>
                    <a:pt x="537357" y="352356"/>
                    <a:pt x="515864" y="352356"/>
                  </a:cubicBezTo>
                  <a:lnTo>
                    <a:pt x="38916" y="352356"/>
                  </a:lnTo>
                  <a:cubicBezTo>
                    <a:pt x="28595" y="352356"/>
                    <a:pt x="18696" y="348256"/>
                    <a:pt x="11398" y="340958"/>
                  </a:cubicBezTo>
                  <a:cubicBezTo>
                    <a:pt x="4100" y="333660"/>
                    <a:pt x="0" y="323761"/>
                    <a:pt x="0" y="313440"/>
                  </a:cubicBezTo>
                  <a:lnTo>
                    <a:pt x="0" y="38916"/>
                  </a:lnTo>
                  <a:cubicBezTo>
                    <a:pt x="0" y="28595"/>
                    <a:pt x="4100" y="18696"/>
                    <a:pt x="11398" y="11398"/>
                  </a:cubicBezTo>
                  <a:cubicBezTo>
                    <a:pt x="18696" y="4100"/>
                    <a:pt x="28595" y="0"/>
                    <a:pt x="38916" y="0"/>
                  </a:cubicBezTo>
                  <a:close/>
                </a:path>
              </a:pathLst>
            </a:custGeom>
            <a:blipFill>
              <a:blip r:embed="rId8"/>
              <a:stretch>
                <a:fillRect l="0" t="-28724" r="0" b="-28724"/>
              </a:stretch>
            </a:blipFill>
            <a:ln w="47625" cap="sq">
              <a:gradFill>
                <a:gsLst>
                  <a:gs pos="0">
                    <a:srgbClr val="19621D">
                      <a:alpha val="100000"/>
                    </a:srgbClr>
                  </a:gs>
                  <a:gs pos="100000">
                    <a:srgbClr val="0A3931">
                      <a:alpha val="100000"/>
                    </a:srgbClr>
                  </a:gs>
                </a:gsLst>
                <a:lin ang="2700000"/>
              </a:gradFill>
              <a:prstDash val="solid"/>
              <a:miter/>
            </a:ln>
          </p:spPr>
        </p:sp>
      </p:grpSp>
      <p:sp>
        <p:nvSpPr>
          <p:cNvPr name="!!S8_Shp19" id="177"/>
          <p:cNvSpPr/>
          <p:nvPr/>
        </p:nvSpPr>
        <p:spPr>
          <a:xfrm flipH="false" flipV="true" rot="-5400000">
            <a:off x="-5452193" y="7572766"/>
            <a:ext cx="879657" cy="2493872"/>
          </a:xfrm>
          <a:custGeom>
            <a:avLst/>
            <a:gdLst/>
            <a:ahLst/>
            <a:cxnLst/>
            <a:rect r="r" b="b" t="t" l="l"/>
            <a:pathLst>
              <a:path h="2493872" w="879657">
                <a:moveTo>
                  <a:pt x="0" y="2493872"/>
                </a:moveTo>
                <a:lnTo>
                  <a:pt x="879656" y="2493872"/>
                </a:lnTo>
                <a:lnTo>
                  <a:pt x="879656" y="0"/>
                </a:lnTo>
                <a:lnTo>
                  <a:pt x="0" y="0"/>
                </a:lnTo>
                <a:lnTo>
                  <a:pt x="0" y="2493872"/>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S8_Shp20" id="178"/>
          <p:cNvSpPr/>
          <p:nvPr/>
        </p:nvSpPr>
        <p:spPr>
          <a:xfrm flipH="false" flipV="false" rot="0">
            <a:off x="-7504600" y="-3301440"/>
            <a:ext cx="2584088" cy="1301440"/>
          </a:xfrm>
          <a:custGeom>
            <a:avLst/>
            <a:gdLst/>
            <a:ahLst/>
            <a:cxnLst/>
            <a:rect r="r" b="b" t="t" l="l"/>
            <a:pathLst>
              <a:path h="1301440" w="2584088">
                <a:moveTo>
                  <a:pt x="0" y="0"/>
                </a:moveTo>
                <a:lnTo>
                  <a:pt x="2584087" y="0"/>
                </a:lnTo>
                <a:lnTo>
                  <a:pt x="2584087" y="1301441"/>
                </a:lnTo>
                <a:lnTo>
                  <a:pt x="0" y="13014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sp>
        <p:nvSpPr>
          <p:cNvPr name="!!S8_Shp21" id="179"/>
          <p:cNvSpPr txBox="true"/>
          <p:nvPr/>
        </p:nvSpPr>
        <p:spPr>
          <a:xfrm rot="0">
            <a:off x="-15110223" y="7088809"/>
            <a:ext cx="10276459"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PORTOFOLIO</a:t>
            </a:r>
          </a:p>
        </p:txBody>
      </p:sp>
      <p:sp>
        <p:nvSpPr>
          <p:cNvPr name="!!S8_Shp24" id="180"/>
          <p:cNvSpPr txBox="true"/>
          <p:nvPr/>
        </p:nvSpPr>
        <p:spPr>
          <a:xfrm rot="0">
            <a:off x="-13513802" y="8136256"/>
            <a:ext cx="868003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PILIHAN</a:t>
            </a:r>
          </a:p>
        </p:txBody>
      </p:sp>
      <p:sp>
        <p:nvSpPr>
          <p:cNvPr name="!!S8_Shp25" id="181"/>
          <p:cNvSpPr txBox="true"/>
          <p:nvPr/>
        </p:nvSpPr>
        <p:spPr>
          <a:xfrm rot="0">
            <a:off x="-11259300" y="-4613025"/>
            <a:ext cx="6338788" cy="261302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Lo</a:t>
            </a:r>
            <a:r>
              <a:rPr lang="en-US" sz="2499">
                <a:solidFill>
                  <a:srgbClr val="082009"/>
                </a:solidFill>
                <a:latin typeface="Fira Sans"/>
                <a:ea typeface="Fira Sans"/>
                <a:cs typeface="Fira Sans"/>
                <a:sym typeface="Fira Sans"/>
              </a:rPr>
              <a:t>rem ipsum consectetur magna do est nostrud aute et sed minim nulla eiusmod proident labore dolore et culpa cupidatat esse qui nulla enim sunt veniam pariatur dolore ipsum proident adipiscing eiusmod irure culpa dolore commodo et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212" r="0" b="-7212"/>
            </a:stretch>
          </a:blipFill>
        </p:spPr>
        <p:txBody>
          <a:bodyPr/>
          <a:p/>
        </p:txBody>
      </p:sp>
      <p:sp>
        <p:nvSpPr>
          <p:cNvPr name="!!Persistent_HeaderLine" id="3"/>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4"/>
          <p:cNvGrpSpPr/>
          <p:nvPr/>
        </p:nvGrpSpPr>
        <p:grpSpPr>
          <a:xfrm rot="0">
            <a:off x="15278315" y="805237"/>
            <a:ext cx="1980985" cy="639706"/>
            <a:chOff x="0" y="0"/>
            <a:chExt cx="521741" cy="168482"/>
          </a:xfrm>
        </p:grpSpPr>
        <p:sp>
          <p:nvSpPr>
            <p:cNvPr name="Freeform 5" id="5"/>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6" id="6"/>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10_Shp7" id="7"/>
          <p:cNvGrpSpPr/>
          <p:nvPr/>
        </p:nvGrpSpPr>
        <p:grpSpPr>
          <a:xfrm rot="0">
            <a:off x="-143454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sp>
        <p:nvSpPr>
          <p:cNvPr name="!!S10_Shp10" id="10"/>
          <p:cNvSpPr/>
          <p:nvPr/>
        </p:nvSpPr>
        <p:spPr>
          <a:xfrm flipH="true" flipV="true">
            <a:off x="2829002" y="4614003"/>
            <a:ext cx="9525" cy="4644277"/>
          </a:xfrm>
          <a:prstGeom prst="line">
            <a:avLst/>
          </a:prstGeom>
          <a:ln cap="flat" w="19050">
            <a:solidFill>
              <a:srgbClr val="165325"/>
            </a:solidFill>
            <a:prstDash val="solid"/>
            <a:headEnd type="none" len="sm" w="sm"/>
            <a:tailEnd type="none" len="sm" w="sm"/>
          </a:ln>
        </p:spPr>
        <p:txBody>
          <a:bodyPr/>
          <a:p/>
        </p:txBody>
      </p:sp>
      <p:grpSp>
        <p:nvGrpSpPr>
          <p:cNvPr name="!!S10_Shp11" id="11"/>
          <p:cNvGrpSpPr/>
          <p:nvPr/>
        </p:nvGrpSpPr>
        <p:grpSpPr>
          <a:xfrm rot="0">
            <a:off x="2465942" y="5143500"/>
            <a:ext cx="1072909" cy="447159"/>
            <a:chOff x="0" y="0"/>
            <a:chExt cx="282577" cy="117770"/>
          </a:xfrm>
        </p:grpSpPr>
        <p:sp>
          <p:nvSpPr>
            <p:cNvPr name="Freeform 12" id="12"/>
            <p:cNvSpPr/>
            <p:nvPr/>
          </p:nvSpPr>
          <p:spPr>
            <a:xfrm flipH="false" flipV="false" rot="0">
              <a:off x="0" y="0"/>
              <a:ext cx="282577" cy="117770"/>
            </a:xfrm>
            <a:custGeom>
              <a:avLst/>
              <a:gdLst/>
              <a:ahLst/>
              <a:cxnLst/>
              <a:rect r="r" b="b" t="t" l="l"/>
              <a:pathLst>
                <a:path h="117770" w="282577">
                  <a:moveTo>
                    <a:pt x="58885" y="0"/>
                  </a:moveTo>
                  <a:lnTo>
                    <a:pt x="223692" y="0"/>
                  </a:lnTo>
                  <a:cubicBezTo>
                    <a:pt x="256213" y="0"/>
                    <a:pt x="282577" y="26364"/>
                    <a:pt x="282577" y="58885"/>
                  </a:cubicBezTo>
                  <a:lnTo>
                    <a:pt x="282577" y="58885"/>
                  </a:lnTo>
                  <a:cubicBezTo>
                    <a:pt x="282577" y="74502"/>
                    <a:pt x="276373" y="89480"/>
                    <a:pt x="265330" y="100523"/>
                  </a:cubicBezTo>
                  <a:cubicBezTo>
                    <a:pt x="254287" y="111566"/>
                    <a:pt x="239309" y="117770"/>
                    <a:pt x="223692" y="117770"/>
                  </a:cubicBezTo>
                  <a:lnTo>
                    <a:pt x="58885" y="117770"/>
                  </a:lnTo>
                  <a:cubicBezTo>
                    <a:pt x="26364" y="117770"/>
                    <a:pt x="0" y="91406"/>
                    <a:pt x="0" y="58885"/>
                  </a:cubicBezTo>
                  <a:lnTo>
                    <a:pt x="0" y="58885"/>
                  </a:lnTo>
                  <a:cubicBezTo>
                    <a:pt x="0" y="26364"/>
                    <a:pt x="26364" y="0"/>
                    <a:pt x="58885"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282577" cy="165395"/>
            </a:xfrm>
            <a:prstGeom prst="rect">
              <a:avLst/>
            </a:prstGeom>
          </p:spPr>
          <p:txBody>
            <a:bodyPr anchor="ctr" rtlCol="false" tIns="50800" lIns="50800" bIns="50800" rIns="50800"/>
            <a:lstStyle/>
            <a:p>
              <a:pPr algn="ctr">
                <a:lnSpc>
                  <a:spcPts val="2800"/>
                </a:lnSpc>
              </a:pPr>
            </a:p>
          </p:txBody>
        </p:sp>
      </p:grpSp>
      <p:grpSp>
        <p:nvGrpSpPr>
          <p:cNvPr name="!!S10_Shp14" id="14"/>
          <p:cNvGrpSpPr/>
          <p:nvPr/>
        </p:nvGrpSpPr>
        <p:grpSpPr>
          <a:xfrm rot="0">
            <a:off x="2465942" y="6599102"/>
            <a:ext cx="1072909" cy="447159"/>
            <a:chOff x="0" y="0"/>
            <a:chExt cx="282577" cy="117770"/>
          </a:xfrm>
        </p:grpSpPr>
        <p:sp>
          <p:nvSpPr>
            <p:cNvPr name="Freeform 15" id="15"/>
            <p:cNvSpPr/>
            <p:nvPr/>
          </p:nvSpPr>
          <p:spPr>
            <a:xfrm flipH="false" flipV="false" rot="0">
              <a:off x="0" y="0"/>
              <a:ext cx="282577" cy="117770"/>
            </a:xfrm>
            <a:custGeom>
              <a:avLst/>
              <a:gdLst/>
              <a:ahLst/>
              <a:cxnLst/>
              <a:rect r="r" b="b" t="t" l="l"/>
              <a:pathLst>
                <a:path h="117770" w="282577">
                  <a:moveTo>
                    <a:pt x="58885" y="0"/>
                  </a:moveTo>
                  <a:lnTo>
                    <a:pt x="223692" y="0"/>
                  </a:lnTo>
                  <a:cubicBezTo>
                    <a:pt x="256213" y="0"/>
                    <a:pt x="282577" y="26364"/>
                    <a:pt x="282577" y="58885"/>
                  </a:cubicBezTo>
                  <a:lnTo>
                    <a:pt x="282577" y="58885"/>
                  </a:lnTo>
                  <a:cubicBezTo>
                    <a:pt x="282577" y="74502"/>
                    <a:pt x="276373" y="89480"/>
                    <a:pt x="265330" y="100523"/>
                  </a:cubicBezTo>
                  <a:cubicBezTo>
                    <a:pt x="254287" y="111566"/>
                    <a:pt x="239309" y="117770"/>
                    <a:pt x="223692" y="117770"/>
                  </a:cubicBezTo>
                  <a:lnTo>
                    <a:pt x="58885" y="117770"/>
                  </a:lnTo>
                  <a:cubicBezTo>
                    <a:pt x="26364" y="117770"/>
                    <a:pt x="0" y="91406"/>
                    <a:pt x="0" y="58885"/>
                  </a:cubicBezTo>
                  <a:lnTo>
                    <a:pt x="0" y="58885"/>
                  </a:lnTo>
                  <a:cubicBezTo>
                    <a:pt x="0" y="26364"/>
                    <a:pt x="26364" y="0"/>
                    <a:pt x="58885" y="0"/>
                  </a:cubicBezTo>
                  <a:close/>
                </a:path>
              </a:pathLst>
            </a:custGeom>
            <a:gradFill rotWithShape="true">
              <a:gsLst>
                <a:gs pos="0">
                  <a:srgbClr val="19621D">
                    <a:alpha val="100000"/>
                  </a:srgbClr>
                </a:gs>
                <a:gs pos="100000">
                  <a:srgbClr val="0A3931">
                    <a:alpha val="100000"/>
                  </a:srgbClr>
                </a:gs>
              </a:gsLst>
              <a:lin ang="2700000"/>
            </a:gradFill>
          </p:spPr>
        </p:sp>
        <p:sp>
          <p:nvSpPr>
            <p:cNvPr name="TextBox 16" id="16"/>
            <p:cNvSpPr txBox="true"/>
            <p:nvPr/>
          </p:nvSpPr>
          <p:spPr>
            <a:xfrm>
              <a:off x="0" y="-47625"/>
              <a:ext cx="282577" cy="165395"/>
            </a:xfrm>
            <a:prstGeom prst="rect">
              <a:avLst/>
            </a:prstGeom>
          </p:spPr>
          <p:txBody>
            <a:bodyPr anchor="ctr" rtlCol="false" tIns="50800" lIns="50800" bIns="50800" rIns="50800"/>
            <a:lstStyle/>
            <a:p>
              <a:pPr algn="ctr">
                <a:lnSpc>
                  <a:spcPts val="2800"/>
                </a:lnSpc>
              </a:pPr>
            </a:p>
          </p:txBody>
        </p:sp>
      </p:grpSp>
      <p:grpSp>
        <p:nvGrpSpPr>
          <p:cNvPr name="!!S10_Shp17" id="17"/>
          <p:cNvGrpSpPr/>
          <p:nvPr/>
        </p:nvGrpSpPr>
        <p:grpSpPr>
          <a:xfrm rot="0">
            <a:off x="2465942" y="8050077"/>
            <a:ext cx="1072909" cy="447159"/>
            <a:chOff x="0" y="0"/>
            <a:chExt cx="282577" cy="117770"/>
          </a:xfrm>
        </p:grpSpPr>
        <p:sp>
          <p:nvSpPr>
            <p:cNvPr name="Freeform 18" id="18"/>
            <p:cNvSpPr/>
            <p:nvPr/>
          </p:nvSpPr>
          <p:spPr>
            <a:xfrm flipH="false" flipV="false" rot="0">
              <a:off x="0" y="0"/>
              <a:ext cx="282577" cy="117770"/>
            </a:xfrm>
            <a:custGeom>
              <a:avLst/>
              <a:gdLst/>
              <a:ahLst/>
              <a:cxnLst/>
              <a:rect r="r" b="b" t="t" l="l"/>
              <a:pathLst>
                <a:path h="117770" w="282577">
                  <a:moveTo>
                    <a:pt x="58885" y="0"/>
                  </a:moveTo>
                  <a:lnTo>
                    <a:pt x="223692" y="0"/>
                  </a:lnTo>
                  <a:cubicBezTo>
                    <a:pt x="256213" y="0"/>
                    <a:pt x="282577" y="26364"/>
                    <a:pt x="282577" y="58885"/>
                  </a:cubicBezTo>
                  <a:lnTo>
                    <a:pt x="282577" y="58885"/>
                  </a:lnTo>
                  <a:cubicBezTo>
                    <a:pt x="282577" y="74502"/>
                    <a:pt x="276373" y="89480"/>
                    <a:pt x="265330" y="100523"/>
                  </a:cubicBezTo>
                  <a:cubicBezTo>
                    <a:pt x="254287" y="111566"/>
                    <a:pt x="239309" y="117770"/>
                    <a:pt x="223692" y="117770"/>
                  </a:cubicBezTo>
                  <a:lnTo>
                    <a:pt x="58885" y="117770"/>
                  </a:lnTo>
                  <a:cubicBezTo>
                    <a:pt x="26364" y="117770"/>
                    <a:pt x="0" y="91406"/>
                    <a:pt x="0" y="58885"/>
                  </a:cubicBezTo>
                  <a:lnTo>
                    <a:pt x="0" y="58885"/>
                  </a:lnTo>
                  <a:cubicBezTo>
                    <a:pt x="0" y="26364"/>
                    <a:pt x="26364" y="0"/>
                    <a:pt x="58885"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282577" cy="165395"/>
            </a:xfrm>
            <a:prstGeom prst="rect">
              <a:avLst/>
            </a:prstGeom>
          </p:spPr>
          <p:txBody>
            <a:bodyPr anchor="ctr" rtlCol="false" tIns="50800" lIns="50800" bIns="50800" rIns="50800"/>
            <a:lstStyle/>
            <a:p>
              <a:pPr algn="ctr">
                <a:lnSpc>
                  <a:spcPts val="2800"/>
                </a:lnSpc>
              </a:pPr>
            </a:p>
          </p:txBody>
        </p:sp>
      </p:grpSp>
      <p:sp>
        <p:nvSpPr>
          <p:cNvPr name="!!S10_Shp20" id="20"/>
          <p:cNvSpPr/>
          <p:nvPr/>
        </p:nvSpPr>
        <p:spPr>
          <a:xfrm flipH="false" flipV="false" rot="0">
            <a:off x="-9620100" y="-442321"/>
            <a:ext cx="11171642" cy="11171642"/>
          </a:xfrm>
          <a:custGeom>
            <a:avLst/>
            <a:gdLst/>
            <a:ahLst/>
            <a:cxnLst/>
            <a:rect r="r" b="b" t="t" l="l"/>
            <a:pathLst>
              <a:path h="11171642" w="11171642">
                <a:moveTo>
                  <a:pt x="0" y="0"/>
                </a:moveTo>
                <a:lnTo>
                  <a:pt x="11171642" y="0"/>
                </a:lnTo>
                <a:lnTo>
                  <a:pt x="11171642" y="11171642"/>
                </a:lnTo>
                <a:lnTo>
                  <a:pt x="0" y="111716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0_Shp21" id="21"/>
          <p:cNvSpPr/>
          <p:nvPr/>
        </p:nvSpPr>
        <p:spPr>
          <a:xfrm flipH="false" flipV="false" rot="0">
            <a:off x="15259803" y="6107210"/>
            <a:ext cx="1999497" cy="3151070"/>
          </a:xfrm>
          <a:custGeom>
            <a:avLst/>
            <a:gdLst/>
            <a:ahLst/>
            <a:cxnLst/>
            <a:rect r="r" b="b" t="t" l="l"/>
            <a:pathLst>
              <a:path h="3151070" w="1999497">
                <a:moveTo>
                  <a:pt x="0" y="0"/>
                </a:moveTo>
                <a:lnTo>
                  <a:pt x="1999497" y="0"/>
                </a:lnTo>
                <a:lnTo>
                  <a:pt x="1999497" y="3151070"/>
                </a:lnTo>
                <a:lnTo>
                  <a:pt x="0" y="31510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10_Shp22" id="22"/>
          <p:cNvSpPr/>
          <p:nvPr/>
        </p:nvSpPr>
        <p:spPr>
          <a:xfrm flipH="false" flipV="false" rot="0">
            <a:off x="15345528" y="4207329"/>
            <a:ext cx="1913772" cy="1659763"/>
          </a:xfrm>
          <a:custGeom>
            <a:avLst/>
            <a:gdLst/>
            <a:ahLst/>
            <a:cxnLst/>
            <a:rect r="r" b="b" t="t" l="l"/>
            <a:pathLst>
              <a:path h="1659763" w="1913772">
                <a:moveTo>
                  <a:pt x="0" y="0"/>
                </a:moveTo>
                <a:lnTo>
                  <a:pt x="1913772" y="0"/>
                </a:lnTo>
                <a:lnTo>
                  <a:pt x="1913772" y="1659762"/>
                </a:lnTo>
                <a:lnTo>
                  <a:pt x="0" y="16597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10_Shp23" id="23"/>
          <p:cNvSpPr txBox="true"/>
          <p:nvPr/>
        </p:nvSpPr>
        <p:spPr>
          <a:xfrm rot="0">
            <a:off x="2802730" y="2698511"/>
            <a:ext cx="11069352"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PROFESIONAL</a:t>
            </a:r>
          </a:p>
        </p:txBody>
      </p:sp>
      <p:sp>
        <p:nvSpPr>
          <p:cNvPr name="!!Persistent_PageNumber" id="24"/>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10</a:t>
            </a:r>
          </a:p>
        </p:txBody>
      </p:sp>
      <p:sp>
        <p:nvSpPr>
          <p:cNvPr name="!!Persistent_HeaderTitle" id="25"/>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10_Shp26" id="26"/>
          <p:cNvSpPr txBox="true"/>
          <p:nvPr/>
        </p:nvSpPr>
        <p:spPr>
          <a:xfrm rot="0">
            <a:off x="2833764" y="1616392"/>
            <a:ext cx="10082114"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PENGALAMAN</a:t>
            </a:r>
          </a:p>
        </p:txBody>
      </p:sp>
      <p:sp>
        <p:nvSpPr>
          <p:cNvPr name="!!S10_Shp27" id="27"/>
          <p:cNvSpPr txBox="true"/>
          <p:nvPr/>
        </p:nvSpPr>
        <p:spPr>
          <a:xfrm rot="0">
            <a:off x="3741330" y="5095875"/>
            <a:ext cx="3705357" cy="422275"/>
          </a:xfrm>
          <a:prstGeom prst="rect">
            <a:avLst/>
          </a:prstGeom>
        </p:spPr>
        <p:txBody>
          <a:bodyPr anchor="t" rtlCol="false" tIns="0" lIns="0" bIns="0" rIns="0">
            <a:spAutoFit/>
          </a:bodyPr>
          <a:lstStyle/>
          <a:p>
            <a:pPr algn="l">
              <a:lnSpc>
                <a:spcPts val="3499"/>
              </a:lnSpc>
            </a:pPr>
            <a:r>
              <a:rPr lang="en-US" sz="2499" b="true">
                <a:solidFill>
                  <a:srgbClr val="082009"/>
                </a:solidFill>
                <a:latin typeface="Fira Sans Bold"/>
                <a:ea typeface="Fira Sans Bold"/>
                <a:cs typeface="Fira Sans Bold"/>
                <a:sym typeface="Fira Sans Bold"/>
              </a:rPr>
              <a:t>K</a:t>
            </a:r>
            <a:r>
              <a:rPr lang="en-US" sz="2499" b="true">
                <a:solidFill>
                  <a:srgbClr val="082009"/>
                </a:solidFill>
                <a:latin typeface="Fira Sans Bold"/>
                <a:ea typeface="Fira Sans Bold"/>
                <a:cs typeface="Fira Sans Bold"/>
                <a:sym typeface="Fira Sans Bold"/>
              </a:rPr>
              <a:t>reator Konten Lepas</a:t>
            </a:r>
          </a:p>
        </p:txBody>
      </p:sp>
      <p:sp>
        <p:nvSpPr>
          <p:cNvPr name="!!S10_Shp28" id="28"/>
          <p:cNvSpPr txBox="true"/>
          <p:nvPr/>
        </p:nvSpPr>
        <p:spPr>
          <a:xfrm rot="0">
            <a:off x="6941078" y="5095875"/>
            <a:ext cx="3705357" cy="422275"/>
          </a:xfrm>
          <a:prstGeom prst="rect">
            <a:avLst/>
          </a:prstGeom>
        </p:spPr>
        <p:txBody>
          <a:bodyPr anchor="t" rtlCol="false" tIns="0" lIns="0" bIns="0" rIns="0">
            <a:spAutoFit/>
          </a:bodyPr>
          <a:lstStyle/>
          <a:p>
            <a:pPr algn="l">
              <a:lnSpc>
                <a:spcPts val="3499"/>
              </a:lnSpc>
            </a:pPr>
            <a:r>
              <a:rPr lang="en-US" sz="2499">
                <a:solidFill>
                  <a:srgbClr val="082009"/>
                </a:solidFill>
                <a:latin typeface="Fira Sans"/>
                <a:ea typeface="Fira Sans"/>
                <a:cs typeface="Fira Sans"/>
                <a:sym typeface="Fira Sans"/>
              </a:rPr>
              <a:t> | 2022 - Sekarang</a:t>
            </a:r>
          </a:p>
        </p:txBody>
      </p:sp>
      <p:sp>
        <p:nvSpPr>
          <p:cNvPr name="!!S10_Shp29" id="29"/>
          <p:cNvSpPr txBox="true"/>
          <p:nvPr/>
        </p:nvSpPr>
        <p:spPr>
          <a:xfrm rot="0">
            <a:off x="3741330" y="5568950"/>
            <a:ext cx="10623123"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Membuat konten digital untuk kebutuhan promosi, edukasi, dan pengembangan merek.</a:t>
            </a:r>
          </a:p>
        </p:txBody>
      </p:sp>
      <p:sp>
        <p:nvSpPr>
          <p:cNvPr name="!!S10_Shp30" id="30"/>
          <p:cNvSpPr txBox="true"/>
          <p:nvPr/>
        </p:nvSpPr>
        <p:spPr>
          <a:xfrm rot="0">
            <a:off x="3741330" y="6551477"/>
            <a:ext cx="3705357" cy="422275"/>
          </a:xfrm>
          <a:prstGeom prst="rect">
            <a:avLst/>
          </a:prstGeom>
        </p:spPr>
        <p:txBody>
          <a:bodyPr anchor="t" rtlCol="false" tIns="0" lIns="0" bIns="0" rIns="0">
            <a:spAutoFit/>
          </a:bodyPr>
          <a:lstStyle/>
          <a:p>
            <a:pPr algn="l">
              <a:lnSpc>
                <a:spcPts val="3499"/>
              </a:lnSpc>
            </a:pPr>
            <a:r>
              <a:rPr lang="en-US" sz="2499" b="true">
                <a:solidFill>
                  <a:srgbClr val="082009"/>
                </a:solidFill>
                <a:latin typeface="Fira Sans Bold"/>
                <a:ea typeface="Fira Sans Bold"/>
                <a:cs typeface="Fira Sans Bold"/>
                <a:sym typeface="Fira Sans Bold"/>
              </a:rPr>
              <a:t>P</a:t>
            </a:r>
            <a:r>
              <a:rPr lang="en-US" sz="2499" b="true">
                <a:solidFill>
                  <a:srgbClr val="082009"/>
                </a:solidFill>
                <a:latin typeface="Fira Sans Bold"/>
                <a:ea typeface="Fira Sans Bold"/>
                <a:cs typeface="Fira Sans Bold"/>
                <a:sym typeface="Fira Sans Bold"/>
              </a:rPr>
              <a:t>engelola Media Sosial</a:t>
            </a:r>
          </a:p>
        </p:txBody>
      </p:sp>
      <p:sp>
        <p:nvSpPr>
          <p:cNvPr name="!!S10_Shp31" id="31"/>
          <p:cNvSpPr txBox="true"/>
          <p:nvPr/>
        </p:nvSpPr>
        <p:spPr>
          <a:xfrm rot="0">
            <a:off x="7200213" y="6551477"/>
            <a:ext cx="3705357" cy="422275"/>
          </a:xfrm>
          <a:prstGeom prst="rect">
            <a:avLst/>
          </a:prstGeom>
        </p:spPr>
        <p:txBody>
          <a:bodyPr anchor="t" rtlCol="false" tIns="0" lIns="0" bIns="0" rIns="0">
            <a:spAutoFit/>
          </a:bodyPr>
          <a:lstStyle/>
          <a:p>
            <a:pPr algn="l">
              <a:lnSpc>
                <a:spcPts val="3499"/>
              </a:lnSpc>
            </a:pPr>
            <a:r>
              <a:rPr lang="en-US" sz="2499">
                <a:solidFill>
                  <a:srgbClr val="082009"/>
                </a:solidFill>
                <a:latin typeface="Fira Sans"/>
                <a:ea typeface="Fira Sans"/>
                <a:cs typeface="Fira Sans"/>
                <a:sym typeface="Fira Sans"/>
              </a:rPr>
              <a:t> | 2023 - Sekarang</a:t>
            </a:r>
          </a:p>
        </p:txBody>
      </p:sp>
      <p:sp>
        <p:nvSpPr>
          <p:cNvPr name="!!S10_Shp32" id="32"/>
          <p:cNvSpPr txBox="true"/>
          <p:nvPr/>
        </p:nvSpPr>
        <p:spPr>
          <a:xfrm rot="0">
            <a:off x="3741330" y="7024552"/>
            <a:ext cx="10623123"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Mengembangkan strategi konten dan meningkatkan interaksi audiens.</a:t>
            </a:r>
          </a:p>
        </p:txBody>
      </p:sp>
      <p:sp>
        <p:nvSpPr>
          <p:cNvPr name="!!S10_Shp33" id="33"/>
          <p:cNvSpPr txBox="true"/>
          <p:nvPr/>
        </p:nvSpPr>
        <p:spPr>
          <a:xfrm rot="0">
            <a:off x="3741330" y="8002452"/>
            <a:ext cx="3705357" cy="422275"/>
          </a:xfrm>
          <a:prstGeom prst="rect">
            <a:avLst/>
          </a:prstGeom>
        </p:spPr>
        <p:txBody>
          <a:bodyPr anchor="t" rtlCol="false" tIns="0" lIns="0" bIns="0" rIns="0">
            <a:spAutoFit/>
          </a:bodyPr>
          <a:lstStyle/>
          <a:p>
            <a:pPr algn="l">
              <a:lnSpc>
                <a:spcPts val="3499"/>
              </a:lnSpc>
            </a:pPr>
            <a:r>
              <a:rPr lang="en-US" sz="2499" b="true">
                <a:solidFill>
                  <a:srgbClr val="082009"/>
                </a:solidFill>
                <a:latin typeface="Fira Sans Bold"/>
                <a:ea typeface="Fira Sans Bold"/>
                <a:cs typeface="Fira Sans Bold"/>
                <a:sym typeface="Fira Sans Bold"/>
              </a:rPr>
              <a:t>K</a:t>
            </a:r>
            <a:r>
              <a:rPr lang="en-US" sz="2499" b="true">
                <a:solidFill>
                  <a:srgbClr val="082009"/>
                </a:solidFill>
                <a:latin typeface="Fira Sans Bold"/>
                <a:ea typeface="Fira Sans Bold"/>
                <a:cs typeface="Fira Sans Bold"/>
                <a:sym typeface="Fira Sans Bold"/>
              </a:rPr>
              <a:t>olaborasi dengan UMKM</a:t>
            </a:r>
          </a:p>
        </p:txBody>
      </p:sp>
      <p:sp>
        <p:nvSpPr>
          <p:cNvPr name="!!S10_Shp34" id="34"/>
          <p:cNvSpPr txBox="true"/>
          <p:nvPr/>
        </p:nvSpPr>
        <p:spPr>
          <a:xfrm rot="0">
            <a:off x="7646711" y="8002452"/>
            <a:ext cx="3705357" cy="422275"/>
          </a:xfrm>
          <a:prstGeom prst="rect">
            <a:avLst/>
          </a:prstGeom>
        </p:spPr>
        <p:txBody>
          <a:bodyPr anchor="t" rtlCol="false" tIns="0" lIns="0" bIns="0" rIns="0">
            <a:spAutoFit/>
          </a:bodyPr>
          <a:lstStyle/>
          <a:p>
            <a:pPr algn="l">
              <a:lnSpc>
                <a:spcPts val="3499"/>
              </a:lnSpc>
            </a:pPr>
            <a:r>
              <a:rPr lang="en-US" sz="2499">
                <a:solidFill>
                  <a:srgbClr val="082009"/>
                </a:solidFill>
                <a:latin typeface="Fira Sans"/>
                <a:ea typeface="Fira Sans"/>
                <a:cs typeface="Fira Sans"/>
                <a:sym typeface="Fira Sans"/>
              </a:rPr>
              <a:t> | 2024 - Sekarang</a:t>
            </a:r>
          </a:p>
        </p:txBody>
      </p:sp>
      <p:sp>
        <p:nvSpPr>
          <p:cNvPr name="!!S10_Shp35" id="35"/>
          <p:cNvSpPr txBox="true"/>
          <p:nvPr/>
        </p:nvSpPr>
        <p:spPr>
          <a:xfrm rot="0">
            <a:off x="3741330" y="8475527"/>
            <a:ext cx="10623123"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Membantu usaha kecil memproduksi konten promosi digital.</a:t>
            </a:r>
          </a:p>
        </p:txBody>
      </p:sp>
      <p:grpSp>
        <p:nvGrpSpPr>
          <p:cNvPr name="!!S11_Shp7" id="150"/>
          <p:cNvGrpSpPr/>
          <p:nvPr/>
        </p:nvGrpSpPr>
        <p:grpSpPr>
          <a:xfrm rot="0">
            <a:off x="2185345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11_Shp10" id="151"/>
          <p:cNvGrpSpPr/>
          <p:nvPr/>
        </p:nvGrpSpPr>
        <p:grpSpPr>
          <a:xfrm rot="0">
            <a:off x="21671829" y="2338772"/>
            <a:ext cx="5636735" cy="1078387"/>
            <a:chOff x="0" y="0"/>
            <a:chExt cx="1484572" cy="284020"/>
          </a:xfrm>
        </p:grpSpPr>
        <p:sp>
          <p:nvSpPr>
            <p:cNvPr name="Freeform 11" id="11"/>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2" id="12"/>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grpSp>
        <p:nvGrpSpPr>
          <p:cNvPr name="!!S11_Shp13" id="152"/>
          <p:cNvGrpSpPr/>
          <p:nvPr/>
        </p:nvGrpSpPr>
        <p:grpSpPr>
          <a:xfrm rot="0">
            <a:off x="21671829" y="3698213"/>
            <a:ext cx="5636735" cy="1078387"/>
            <a:chOff x="0" y="0"/>
            <a:chExt cx="1484572" cy="284020"/>
          </a:xfrm>
        </p:grpSpPr>
        <p:sp>
          <p:nvSpPr>
            <p:cNvPr name="Freeform 14" id="14"/>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15" id="15"/>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sp>
        <p:nvSpPr>
          <p:cNvPr name="!!S11_Shp16" id="153"/>
          <p:cNvSpPr txBox="true"/>
          <p:nvPr/>
        </p:nvSpPr>
        <p:spPr>
          <a:xfrm rot="0">
            <a:off x="21849082" y="4059607"/>
            <a:ext cx="5282229"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Penulisan Naskah Konten</a:t>
            </a:r>
          </a:p>
        </p:txBody>
      </p:sp>
      <p:grpSp>
        <p:nvGrpSpPr>
          <p:cNvPr name="!!S11_Shp17" id="154"/>
          <p:cNvGrpSpPr/>
          <p:nvPr/>
        </p:nvGrpSpPr>
        <p:grpSpPr>
          <a:xfrm rot="0">
            <a:off x="25087127" y="12799650"/>
            <a:ext cx="5636735" cy="1078387"/>
            <a:chOff x="0" y="0"/>
            <a:chExt cx="1484572" cy="284020"/>
          </a:xfrm>
        </p:grpSpPr>
        <p:sp>
          <p:nvSpPr>
            <p:cNvPr name="Freeform 18" id="18"/>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9" id="19"/>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grpSp>
        <p:nvGrpSpPr>
          <p:cNvPr name="!!S11_Shp20" id="155"/>
          <p:cNvGrpSpPr/>
          <p:nvPr/>
        </p:nvGrpSpPr>
        <p:grpSpPr>
          <a:xfrm rot="0">
            <a:off x="25087127" y="13159092"/>
            <a:ext cx="5636735" cy="1078387"/>
            <a:chOff x="0" y="0"/>
            <a:chExt cx="1484572" cy="284020"/>
          </a:xfrm>
        </p:grpSpPr>
        <p:sp>
          <p:nvSpPr>
            <p:cNvPr name="Freeform 21" id="21"/>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22" id="22"/>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sp>
        <p:nvSpPr>
          <p:cNvPr name="!!S11_Shp23" id="156"/>
          <p:cNvSpPr txBox="true"/>
          <p:nvPr/>
        </p:nvSpPr>
        <p:spPr>
          <a:xfrm rot="0">
            <a:off x="25264380" y="13520485"/>
            <a:ext cx="5282229"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Pengelolaan Media Sosial</a:t>
            </a:r>
          </a:p>
        </p:txBody>
      </p:sp>
      <p:grpSp>
        <p:nvGrpSpPr>
          <p:cNvPr name="!!S11_Shp24" id="157"/>
          <p:cNvGrpSpPr/>
          <p:nvPr/>
        </p:nvGrpSpPr>
        <p:grpSpPr>
          <a:xfrm rot="0">
            <a:off x="25087127" y="13475604"/>
            <a:ext cx="5636735" cy="1078387"/>
            <a:chOff x="0" y="0"/>
            <a:chExt cx="1484572" cy="284020"/>
          </a:xfrm>
        </p:grpSpPr>
        <p:sp>
          <p:nvSpPr>
            <p:cNvPr name="Freeform 25" id="25"/>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6" id="26"/>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grpSp>
        <p:nvGrpSpPr>
          <p:cNvPr name="!!S11_Shp27" id="158"/>
          <p:cNvGrpSpPr/>
          <p:nvPr/>
        </p:nvGrpSpPr>
        <p:grpSpPr>
          <a:xfrm rot="0">
            <a:off x="22054478" y="2515257"/>
            <a:ext cx="684927" cy="725416"/>
            <a:chOff x="0" y="0"/>
            <a:chExt cx="180392" cy="191056"/>
          </a:xfrm>
        </p:grpSpPr>
        <p:sp>
          <p:nvSpPr>
            <p:cNvPr name="Freeform 28" id="28"/>
            <p:cNvSpPr/>
            <p:nvPr/>
          </p:nvSpPr>
          <p:spPr>
            <a:xfrm flipH="false" flipV="false" rot="0">
              <a:off x="0" y="0"/>
              <a:ext cx="180392" cy="191056"/>
            </a:xfrm>
            <a:custGeom>
              <a:avLst/>
              <a:gdLst/>
              <a:ahLst/>
              <a:cxnLst/>
              <a:rect r="r" b="b" t="t" l="l"/>
              <a:pathLst>
                <a:path h="191056" w="180392">
                  <a:moveTo>
                    <a:pt x="90196" y="0"/>
                  </a:moveTo>
                  <a:lnTo>
                    <a:pt x="90196" y="0"/>
                  </a:lnTo>
                  <a:cubicBezTo>
                    <a:pt x="140010" y="0"/>
                    <a:pt x="180392" y="40382"/>
                    <a:pt x="180392" y="90196"/>
                  </a:cubicBezTo>
                  <a:lnTo>
                    <a:pt x="180392" y="100860"/>
                  </a:lnTo>
                  <a:cubicBezTo>
                    <a:pt x="180392" y="124782"/>
                    <a:pt x="170890" y="147723"/>
                    <a:pt x="153974" y="164638"/>
                  </a:cubicBezTo>
                  <a:cubicBezTo>
                    <a:pt x="137059" y="181553"/>
                    <a:pt x="114118" y="191056"/>
                    <a:pt x="90196" y="191056"/>
                  </a:cubicBezTo>
                  <a:lnTo>
                    <a:pt x="90196" y="191056"/>
                  </a:lnTo>
                  <a:cubicBezTo>
                    <a:pt x="40382" y="191056"/>
                    <a:pt x="0" y="150674"/>
                    <a:pt x="0" y="100860"/>
                  </a:cubicBezTo>
                  <a:lnTo>
                    <a:pt x="0" y="90196"/>
                  </a:lnTo>
                  <a:cubicBezTo>
                    <a:pt x="0" y="66275"/>
                    <a:pt x="9503" y="43333"/>
                    <a:pt x="26418" y="26418"/>
                  </a:cubicBezTo>
                  <a:cubicBezTo>
                    <a:pt x="43333" y="9503"/>
                    <a:pt x="66275" y="0"/>
                    <a:pt x="90196"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29" id="29"/>
            <p:cNvSpPr txBox="true"/>
            <p:nvPr/>
          </p:nvSpPr>
          <p:spPr>
            <a:xfrm>
              <a:off x="0" y="-47625"/>
              <a:ext cx="180392" cy="238681"/>
            </a:xfrm>
            <a:prstGeom prst="rect">
              <a:avLst/>
            </a:prstGeom>
          </p:spPr>
          <p:txBody>
            <a:bodyPr anchor="ctr" rtlCol="false" tIns="50800" lIns="50800" bIns="50800" rIns="50800"/>
            <a:lstStyle/>
            <a:p>
              <a:pPr algn="ctr">
                <a:lnSpc>
                  <a:spcPts val="2800"/>
                </a:lnSpc>
              </a:pPr>
            </a:p>
          </p:txBody>
        </p:sp>
      </p:grpSp>
      <p:grpSp>
        <p:nvGrpSpPr>
          <p:cNvPr name="!!S11_Shp30" id="159"/>
          <p:cNvGrpSpPr/>
          <p:nvPr/>
        </p:nvGrpSpPr>
        <p:grpSpPr>
          <a:xfrm rot="0">
            <a:off x="30396878" y="12989113"/>
            <a:ext cx="684927" cy="725416"/>
            <a:chOff x="0" y="0"/>
            <a:chExt cx="180392" cy="191056"/>
          </a:xfrm>
        </p:grpSpPr>
        <p:sp>
          <p:nvSpPr>
            <p:cNvPr name="Freeform 31" id="31"/>
            <p:cNvSpPr/>
            <p:nvPr/>
          </p:nvSpPr>
          <p:spPr>
            <a:xfrm flipH="false" flipV="false" rot="0">
              <a:off x="0" y="0"/>
              <a:ext cx="180392" cy="191056"/>
            </a:xfrm>
            <a:custGeom>
              <a:avLst/>
              <a:gdLst/>
              <a:ahLst/>
              <a:cxnLst/>
              <a:rect r="r" b="b" t="t" l="l"/>
              <a:pathLst>
                <a:path h="191056" w="180392">
                  <a:moveTo>
                    <a:pt x="90196" y="0"/>
                  </a:moveTo>
                  <a:lnTo>
                    <a:pt x="90196" y="0"/>
                  </a:lnTo>
                  <a:cubicBezTo>
                    <a:pt x="140010" y="0"/>
                    <a:pt x="180392" y="40382"/>
                    <a:pt x="180392" y="90196"/>
                  </a:cubicBezTo>
                  <a:lnTo>
                    <a:pt x="180392" y="100860"/>
                  </a:lnTo>
                  <a:cubicBezTo>
                    <a:pt x="180392" y="124782"/>
                    <a:pt x="170890" y="147723"/>
                    <a:pt x="153974" y="164638"/>
                  </a:cubicBezTo>
                  <a:cubicBezTo>
                    <a:pt x="137059" y="181553"/>
                    <a:pt x="114118" y="191056"/>
                    <a:pt x="90196" y="191056"/>
                  </a:cubicBezTo>
                  <a:lnTo>
                    <a:pt x="90196" y="191056"/>
                  </a:lnTo>
                  <a:cubicBezTo>
                    <a:pt x="40382" y="191056"/>
                    <a:pt x="0" y="150674"/>
                    <a:pt x="0" y="100860"/>
                  </a:cubicBezTo>
                  <a:lnTo>
                    <a:pt x="0" y="90196"/>
                  </a:lnTo>
                  <a:cubicBezTo>
                    <a:pt x="0" y="66275"/>
                    <a:pt x="9503" y="43333"/>
                    <a:pt x="26418" y="26418"/>
                  </a:cubicBezTo>
                  <a:cubicBezTo>
                    <a:pt x="43333" y="9503"/>
                    <a:pt x="66275" y="0"/>
                    <a:pt x="90196"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32" id="32"/>
            <p:cNvSpPr txBox="true"/>
            <p:nvPr/>
          </p:nvSpPr>
          <p:spPr>
            <a:xfrm>
              <a:off x="0" y="-47625"/>
              <a:ext cx="180392" cy="238681"/>
            </a:xfrm>
            <a:prstGeom prst="rect">
              <a:avLst/>
            </a:prstGeom>
          </p:spPr>
          <p:txBody>
            <a:bodyPr anchor="ctr" rtlCol="false" tIns="50800" lIns="50800" bIns="50800" rIns="50800"/>
            <a:lstStyle/>
            <a:p>
              <a:pPr algn="ctr">
                <a:lnSpc>
                  <a:spcPts val="2800"/>
                </a:lnSpc>
              </a:pPr>
            </a:p>
          </p:txBody>
        </p:sp>
      </p:grpSp>
      <p:grpSp>
        <p:nvGrpSpPr>
          <p:cNvPr name="!!S11_Shp33" id="160"/>
          <p:cNvGrpSpPr/>
          <p:nvPr/>
        </p:nvGrpSpPr>
        <p:grpSpPr>
          <a:xfrm rot="0">
            <a:off x="30396878" y="13614546"/>
            <a:ext cx="684927" cy="725416"/>
            <a:chOff x="0" y="0"/>
            <a:chExt cx="180392" cy="191056"/>
          </a:xfrm>
        </p:grpSpPr>
        <p:sp>
          <p:nvSpPr>
            <p:cNvPr name="Freeform 34" id="34"/>
            <p:cNvSpPr/>
            <p:nvPr/>
          </p:nvSpPr>
          <p:spPr>
            <a:xfrm flipH="false" flipV="false" rot="0">
              <a:off x="0" y="0"/>
              <a:ext cx="180392" cy="191056"/>
            </a:xfrm>
            <a:custGeom>
              <a:avLst/>
              <a:gdLst/>
              <a:ahLst/>
              <a:cxnLst/>
              <a:rect r="r" b="b" t="t" l="l"/>
              <a:pathLst>
                <a:path h="191056" w="180392">
                  <a:moveTo>
                    <a:pt x="90196" y="0"/>
                  </a:moveTo>
                  <a:lnTo>
                    <a:pt x="90196" y="0"/>
                  </a:lnTo>
                  <a:cubicBezTo>
                    <a:pt x="140010" y="0"/>
                    <a:pt x="180392" y="40382"/>
                    <a:pt x="180392" y="90196"/>
                  </a:cubicBezTo>
                  <a:lnTo>
                    <a:pt x="180392" y="100860"/>
                  </a:lnTo>
                  <a:cubicBezTo>
                    <a:pt x="180392" y="124782"/>
                    <a:pt x="170890" y="147723"/>
                    <a:pt x="153974" y="164638"/>
                  </a:cubicBezTo>
                  <a:cubicBezTo>
                    <a:pt x="137059" y="181553"/>
                    <a:pt x="114118" y="191056"/>
                    <a:pt x="90196" y="191056"/>
                  </a:cubicBezTo>
                  <a:lnTo>
                    <a:pt x="90196" y="191056"/>
                  </a:lnTo>
                  <a:cubicBezTo>
                    <a:pt x="40382" y="191056"/>
                    <a:pt x="0" y="150674"/>
                    <a:pt x="0" y="100860"/>
                  </a:cubicBezTo>
                  <a:lnTo>
                    <a:pt x="0" y="90196"/>
                  </a:lnTo>
                  <a:cubicBezTo>
                    <a:pt x="0" y="66275"/>
                    <a:pt x="9503" y="43333"/>
                    <a:pt x="26418" y="26418"/>
                  </a:cubicBezTo>
                  <a:cubicBezTo>
                    <a:pt x="43333" y="9503"/>
                    <a:pt x="66275" y="0"/>
                    <a:pt x="90196"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35" id="35"/>
            <p:cNvSpPr txBox="true"/>
            <p:nvPr/>
          </p:nvSpPr>
          <p:spPr>
            <a:xfrm>
              <a:off x="0" y="-47625"/>
              <a:ext cx="180392" cy="238681"/>
            </a:xfrm>
            <a:prstGeom prst="rect">
              <a:avLst/>
            </a:prstGeom>
          </p:spPr>
          <p:txBody>
            <a:bodyPr anchor="ctr" rtlCol="false" tIns="50800" lIns="50800" bIns="50800" rIns="50800"/>
            <a:lstStyle/>
            <a:p>
              <a:pPr algn="ctr">
                <a:lnSpc>
                  <a:spcPts val="2800"/>
                </a:lnSpc>
              </a:pPr>
            </a:p>
          </p:txBody>
        </p:sp>
      </p:grpSp>
      <p:grpSp>
        <p:nvGrpSpPr>
          <p:cNvPr name="!!S11_Shp36" id="161"/>
          <p:cNvGrpSpPr/>
          <p:nvPr/>
        </p:nvGrpSpPr>
        <p:grpSpPr>
          <a:xfrm rot="0">
            <a:off x="21303530" y="3884224"/>
            <a:ext cx="692303" cy="725416"/>
            <a:chOff x="0" y="0"/>
            <a:chExt cx="182335" cy="191056"/>
          </a:xfrm>
        </p:grpSpPr>
        <p:sp>
          <p:nvSpPr>
            <p:cNvPr name="Freeform 37" id="37"/>
            <p:cNvSpPr/>
            <p:nvPr/>
          </p:nvSpPr>
          <p:spPr>
            <a:xfrm flipH="false" flipV="false" rot="0">
              <a:off x="0" y="0"/>
              <a:ext cx="182335" cy="191056"/>
            </a:xfrm>
            <a:custGeom>
              <a:avLst/>
              <a:gdLst/>
              <a:ahLst/>
              <a:cxnLst/>
              <a:rect r="r" b="b" t="t" l="l"/>
              <a:pathLst>
                <a:path h="191056" w="182335">
                  <a:moveTo>
                    <a:pt x="91167" y="0"/>
                  </a:moveTo>
                  <a:lnTo>
                    <a:pt x="91167" y="0"/>
                  </a:lnTo>
                  <a:cubicBezTo>
                    <a:pt x="115347" y="0"/>
                    <a:pt x="138535" y="9605"/>
                    <a:pt x="155633" y="26702"/>
                  </a:cubicBezTo>
                  <a:cubicBezTo>
                    <a:pt x="172730" y="43800"/>
                    <a:pt x="182335" y="66988"/>
                    <a:pt x="182335" y="91167"/>
                  </a:cubicBezTo>
                  <a:lnTo>
                    <a:pt x="182335" y="99889"/>
                  </a:lnTo>
                  <a:cubicBezTo>
                    <a:pt x="182335" y="124068"/>
                    <a:pt x="172730" y="147257"/>
                    <a:pt x="155633" y="164354"/>
                  </a:cubicBezTo>
                  <a:cubicBezTo>
                    <a:pt x="138535" y="181451"/>
                    <a:pt x="115347" y="191056"/>
                    <a:pt x="91167" y="191056"/>
                  </a:cubicBezTo>
                  <a:lnTo>
                    <a:pt x="91167" y="191056"/>
                  </a:lnTo>
                  <a:cubicBezTo>
                    <a:pt x="66988" y="191056"/>
                    <a:pt x="43800" y="181451"/>
                    <a:pt x="26702" y="164354"/>
                  </a:cubicBezTo>
                  <a:cubicBezTo>
                    <a:pt x="9605" y="147257"/>
                    <a:pt x="0" y="124068"/>
                    <a:pt x="0" y="99889"/>
                  </a:cubicBezTo>
                  <a:lnTo>
                    <a:pt x="0" y="91167"/>
                  </a:lnTo>
                  <a:cubicBezTo>
                    <a:pt x="0" y="66988"/>
                    <a:pt x="9605" y="43800"/>
                    <a:pt x="26702" y="26702"/>
                  </a:cubicBezTo>
                  <a:cubicBezTo>
                    <a:pt x="43800" y="9605"/>
                    <a:pt x="66988" y="0"/>
                    <a:pt x="91167"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8" id="38"/>
            <p:cNvSpPr txBox="true"/>
            <p:nvPr/>
          </p:nvSpPr>
          <p:spPr>
            <a:xfrm>
              <a:off x="0" y="-47625"/>
              <a:ext cx="182335" cy="238681"/>
            </a:xfrm>
            <a:prstGeom prst="rect">
              <a:avLst/>
            </a:prstGeom>
          </p:spPr>
          <p:txBody>
            <a:bodyPr anchor="ctr" rtlCol="false" tIns="50800" lIns="50800" bIns="50800" rIns="50800"/>
            <a:lstStyle/>
            <a:p>
              <a:pPr algn="ctr">
                <a:lnSpc>
                  <a:spcPts val="2800"/>
                </a:lnSpc>
              </a:pPr>
            </a:p>
          </p:txBody>
        </p:sp>
      </p:grpSp>
      <p:grpSp>
        <p:nvGrpSpPr>
          <p:cNvPr name="!!S11_Shp39" id="162"/>
          <p:cNvGrpSpPr/>
          <p:nvPr/>
        </p:nvGrpSpPr>
        <p:grpSpPr>
          <a:xfrm rot="0">
            <a:off x="24656379" y="13344762"/>
            <a:ext cx="692303" cy="725416"/>
            <a:chOff x="0" y="0"/>
            <a:chExt cx="182335" cy="191056"/>
          </a:xfrm>
        </p:grpSpPr>
        <p:sp>
          <p:nvSpPr>
            <p:cNvPr name="Freeform 40" id="40"/>
            <p:cNvSpPr/>
            <p:nvPr/>
          </p:nvSpPr>
          <p:spPr>
            <a:xfrm flipH="false" flipV="false" rot="0">
              <a:off x="0" y="0"/>
              <a:ext cx="182335" cy="191056"/>
            </a:xfrm>
            <a:custGeom>
              <a:avLst/>
              <a:gdLst/>
              <a:ahLst/>
              <a:cxnLst/>
              <a:rect r="r" b="b" t="t" l="l"/>
              <a:pathLst>
                <a:path h="191056" w="182335">
                  <a:moveTo>
                    <a:pt x="91167" y="0"/>
                  </a:moveTo>
                  <a:lnTo>
                    <a:pt x="91167" y="0"/>
                  </a:lnTo>
                  <a:cubicBezTo>
                    <a:pt x="115347" y="0"/>
                    <a:pt x="138535" y="9605"/>
                    <a:pt x="155633" y="26702"/>
                  </a:cubicBezTo>
                  <a:cubicBezTo>
                    <a:pt x="172730" y="43800"/>
                    <a:pt x="182335" y="66988"/>
                    <a:pt x="182335" y="91167"/>
                  </a:cubicBezTo>
                  <a:lnTo>
                    <a:pt x="182335" y="99889"/>
                  </a:lnTo>
                  <a:cubicBezTo>
                    <a:pt x="182335" y="124068"/>
                    <a:pt x="172730" y="147257"/>
                    <a:pt x="155633" y="164354"/>
                  </a:cubicBezTo>
                  <a:cubicBezTo>
                    <a:pt x="138535" y="181451"/>
                    <a:pt x="115347" y="191056"/>
                    <a:pt x="91167" y="191056"/>
                  </a:cubicBezTo>
                  <a:lnTo>
                    <a:pt x="91167" y="191056"/>
                  </a:lnTo>
                  <a:cubicBezTo>
                    <a:pt x="66988" y="191056"/>
                    <a:pt x="43800" y="181451"/>
                    <a:pt x="26702" y="164354"/>
                  </a:cubicBezTo>
                  <a:cubicBezTo>
                    <a:pt x="9605" y="147257"/>
                    <a:pt x="0" y="124068"/>
                    <a:pt x="0" y="99889"/>
                  </a:cubicBezTo>
                  <a:lnTo>
                    <a:pt x="0" y="91167"/>
                  </a:lnTo>
                  <a:cubicBezTo>
                    <a:pt x="0" y="66988"/>
                    <a:pt x="9605" y="43800"/>
                    <a:pt x="26702" y="26702"/>
                  </a:cubicBezTo>
                  <a:cubicBezTo>
                    <a:pt x="43800" y="9605"/>
                    <a:pt x="66988" y="0"/>
                    <a:pt x="91167"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41" id="41"/>
            <p:cNvSpPr txBox="true"/>
            <p:nvPr/>
          </p:nvSpPr>
          <p:spPr>
            <a:xfrm>
              <a:off x="0" y="-47625"/>
              <a:ext cx="182335" cy="238681"/>
            </a:xfrm>
            <a:prstGeom prst="rect">
              <a:avLst/>
            </a:prstGeom>
          </p:spPr>
          <p:txBody>
            <a:bodyPr anchor="ctr" rtlCol="false" tIns="50800" lIns="50800" bIns="50800" rIns="50800"/>
            <a:lstStyle/>
            <a:p>
              <a:pPr algn="ctr">
                <a:lnSpc>
                  <a:spcPts val="2800"/>
                </a:lnSpc>
              </a:pPr>
            </a:p>
          </p:txBody>
        </p:sp>
      </p:grpSp>
      <p:sp>
        <p:nvSpPr>
          <p:cNvPr name="!!S11_Shp42" id="163"/>
          <p:cNvSpPr/>
          <p:nvPr/>
        </p:nvSpPr>
        <p:spPr>
          <a:xfrm flipH="false" flipV="false" rot="0">
            <a:off x="21703041" y="1467990"/>
            <a:ext cx="1686600" cy="1686600"/>
          </a:xfrm>
          <a:custGeom>
            <a:avLst/>
            <a:gdLst/>
            <a:ahLst/>
            <a:cxnLst/>
            <a:rect r="r" b="b" t="t" l="l"/>
            <a:pathLst>
              <a:path h="1686600" w="1686600">
                <a:moveTo>
                  <a:pt x="0" y="0"/>
                </a:moveTo>
                <a:lnTo>
                  <a:pt x="1686600" y="0"/>
                </a:lnTo>
                <a:lnTo>
                  <a:pt x="1686600" y="1686599"/>
                </a:lnTo>
                <a:lnTo>
                  <a:pt x="0" y="16865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11_Shp43" id="164"/>
          <p:cNvGrpSpPr/>
          <p:nvPr/>
        </p:nvGrpSpPr>
        <p:grpSpPr>
          <a:xfrm rot="0">
            <a:off x="21650210" y="2653097"/>
            <a:ext cx="5540749" cy="3517179"/>
            <a:chOff x="0" y="0"/>
            <a:chExt cx="1459292" cy="926335"/>
          </a:xfrm>
        </p:grpSpPr>
        <p:sp>
          <p:nvSpPr>
            <p:cNvPr name="Freeform 44" id="44"/>
            <p:cNvSpPr/>
            <p:nvPr/>
          </p:nvSpPr>
          <p:spPr>
            <a:xfrm flipH="false" flipV="false" rot="0">
              <a:off x="0" y="0"/>
              <a:ext cx="1459292" cy="926335"/>
            </a:xfrm>
            <a:custGeom>
              <a:avLst/>
              <a:gdLst/>
              <a:ahLst/>
              <a:cxnLst/>
              <a:rect r="r" b="b" t="t" l="l"/>
              <a:pathLst>
                <a:path h="926335" w="1459292">
                  <a:moveTo>
                    <a:pt x="18165" y="0"/>
                  </a:moveTo>
                  <a:lnTo>
                    <a:pt x="1441127" y="0"/>
                  </a:lnTo>
                  <a:cubicBezTo>
                    <a:pt x="1451159" y="0"/>
                    <a:pt x="1459292" y="8133"/>
                    <a:pt x="1459292" y="18165"/>
                  </a:cubicBezTo>
                  <a:lnTo>
                    <a:pt x="1459292" y="908171"/>
                  </a:lnTo>
                  <a:cubicBezTo>
                    <a:pt x="1459292" y="918203"/>
                    <a:pt x="1451159" y="926335"/>
                    <a:pt x="1441127" y="926335"/>
                  </a:cubicBezTo>
                  <a:lnTo>
                    <a:pt x="18165" y="926335"/>
                  </a:lnTo>
                  <a:cubicBezTo>
                    <a:pt x="8133" y="926335"/>
                    <a:pt x="0" y="918203"/>
                    <a:pt x="0" y="908171"/>
                  </a:cubicBezTo>
                  <a:lnTo>
                    <a:pt x="0" y="18165"/>
                  </a:lnTo>
                  <a:cubicBezTo>
                    <a:pt x="0" y="8133"/>
                    <a:pt x="8133" y="0"/>
                    <a:pt x="18165"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45" id="45"/>
            <p:cNvSpPr txBox="true"/>
            <p:nvPr/>
          </p:nvSpPr>
          <p:spPr>
            <a:xfrm>
              <a:off x="0" y="-47625"/>
              <a:ext cx="1459292" cy="973960"/>
            </a:xfrm>
            <a:prstGeom prst="rect">
              <a:avLst/>
            </a:prstGeom>
          </p:spPr>
          <p:txBody>
            <a:bodyPr anchor="ctr" rtlCol="false" tIns="50800" lIns="50800" bIns="50800" rIns="50800"/>
            <a:lstStyle/>
            <a:p>
              <a:pPr algn="ctr">
                <a:lnSpc>
                  <a:spcPts val="2800"/>
                </a:lnSpc>
              </a:pPr>
            </a:p>
          </p:txBody>
        </p:sp>
      </p:grpSp>
      <p:grpSp>
        <p:nvGrpSpPr>
          <p:cNvPr name="!!S11_Shp46" id="165"/>
          <p:cNvGrpSpPr/>
          <p:nvPr/>
        </p:nvGrpSpPr>
        <p:grpSpPr>
          <a:xfrm rot="0">
            <a:off x="22143386" y="1890573"/>
            <a:ext cx="5819964" cy="4040958"/>
            <a:chOff x="0" y="0"/>
            <a:chExt cx="596757" cy="414345"/>
          </a:xfrm>
        </p:grpSpPr>
        <p:sp>
          <p:nvSpPr>
            <p:cNvPr name="Freeform 47" id="47"/>
            <p:cNvSpPr/>
            <p:nvPr/>
          </p:nvSpPr>
          <p:spPr>
            <a:xfrm flipH="false" flipV="false" rot="0">
              <a:off x="0" y="0"/>
              <a:ext cx="596757" cy="414345"/>
            </a:xfrm>
            <a:custGeom>
              <a:avLst/>
              <a:gdLst/>
              <a:ahLst/>
              <a:cxnLst/>
              <a:rect r="r" b="b" t="t" l="l"/>
              <a:pathLst>
                <a:path h="414345" w="596757">
                  <a:moveTo>
                    <a:pt x="23944" y="0"/>
                  </a:moveTo>
                  <a:lnTo>
                    <a:pt x="572813" y="0"/>
                  </a:lnTo>
                  <a:cubicBezTo>
                    <a:pt x="586037" y="0"/>
                    <a:pt x="596757" y="10720"/>
                    <a:pt x="596757" y="23944"/>
                  </a:cubicBezTo>
                  <a:lnTo>
                    <a:pt x="596757" y="390401"/>
                  </a:lnTo>
                  <a:cubicBezTo>
                    <a:pt x="596757" y="403625"/>
                    <a:pt x="586037" y="414345"/>
                    <a:pt x="572813" y="414345"/>
                  </a:cubicBezTo>
                  <a:lnTo>
                    <a:pt x="23944" y="414345"/>
                  </a:lnTo>
                  <a:cubicBezTo>
                    <a:pt x="17594" y="414345"/>
                    <a:pt x="11504" y="411822"/>
                    <a:pt x="7013" y="407332"/>
                  </a:cubicBezTo>
                  <a:cubicBezTo>
                    <a:pt x="2523" y="402841"/>
                    <a:pt x="0" y="396751"/>
                    <a:pt x="0" y="390401"/>
                  </a:cubicBezTo>
                  <a:lnTo>
                    <a:pt x="0" y="23944"/>
                  </a:lnTo>
                  <a:cubicBezTo>
                    <a:pt x="0" y="17594"/>
                    <a:pt x="2523" y="11504"/>
                    <a:pt x="7013" y="7013"/>
                  </a:cubicBezTo>
                  <a:cubicBezTo>
                    <a:pt x="11504" y="2523"/>
                    <a:pt x="17594" y="0"/>
                    <a:pt x="23944" y="0"/>
                  </a:cubicBezTo>
                  <a:close/>
                </a:path>
              </a:pathLst>
            </a:custGeom>
            <a:blipFill>
              <a:blip r:embed="rId5"/>
              <a:stretch>
                <a:fillRect l="-2107" t="0" r="-2107" b="0"/>
              </a:stretch>
            </a:blipFill>
            <a:ln w="47625" cap="sq">
              <a:gradFill>
                <a:gsLst>
                  <a:gs pos="0">
                    <a:srgbClr val="19621D">
                      <a:alpha val="100000"/>
                    </a:srgbClr>
                  </a:gs>
                  <a:gs pos="100000">
                    <a:srgbClr val="0A3931">
                      <a:alpha val="100000"/>
                    </a:srgbClr>
                  </a:gs>
                </a:gsLst>
                <a:lin ang="2700000"/>
              </a:gradFill>
              <a:prstDash val="solid"/>
              <a:miter/>
            </a:ln>
          </p:spPr>
        </p:sp>
      </p:grpSp>
      <p:sp>
        <p:nvSpPr>
          <p:cNvPr name="!!S11_Shp48" id="166"/>
          <p:cNvSpPr/>
          <p:nvPr/>
        </p:nvSpPr>
        <p:spPr>
          <a:xfrm flipH="false" flipV="false" rot="0">
            <a:off x="21667900" y="-442321"/>
            <a:ext cx="11171642" cy="11171642"/>
          </a:xfrm>
          <a:custGeom>
            <a:avLst/>
            <a:gdLst/>
            <a:ahLst/>
            <a:cxnLst/>
            <a:rect r="r" b="b" t="t" l="l"/>
            <a:pathLst>
              <a:path h="11171642" w="11171642">
                <a:moveTo>
                  <a:pt x="0" y="0"/>
                </a:moveTo>
                <a:lnTo>
                  <a:pt x="11171642" y="0"/>
                </a:lnTo>
                <a:lnTo>
                  <a:pt x="11171642" y="11171642"/>
                </a:lnTo>
                <a:lnTo>
                  <a:pt x="0" y="111716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S11_Shp49" id="167"/>
          <p:cNvSpPr/>
          <p:nvPr/>
        </p:nvSpPr>
        <p:spPr>
          <a:xfrm flipH="false" flipV="false" rot="0">
            <a:off x="22147023" y="2693824"/>
            <a:ext cx="468877" cy="368282"/>
          </a:xfrm>
          <a:custGeom>
            <a:avLst/>
            <a:gdLst/>
            <a:ahLst/>
            <a:cxnLst/>
            <a:rect r="r" b="b" t="t" l="l"/>
            <a:pathLst>
              <a:path h="368282" w="468877">
                <a:moveTo>
                  <a:pt x="0" y="0"/>
                </a:moveTo>
                <a:lnTo>
                  <a:pt x="468878" y="0"/>
                </a:lnTo>
                <a:lnTo>
                  <a:pt x="468878" y="368282"/>
                </a:lnTo>
                <a:lnTo>
                  <a:pt x="0" y="368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S11_Shp50" id="168"/>
          <p:cNvSpPr/>
          <p:nvPr/>
        </p:nvSpPr>
        <p:spPr>
          <a:xfrm flipH="false" flipV="false" rot="0">
            <a:off x="30473710" y="13167680"/>
            <a:ext cx="468877" cy="368282"/>
          </a:xfrm>
          <a:custGeom>
            <a:avLst/>
            <a:gdLst/>
            <a:ahLst/>
            <a:cxnLst/>
            <a:rect r="r" b="b" t="t" l="l"/>
            <a:pathLst>
              <a:path h="368282" w="468877">
                <a:moveTo>
                  <a:pt x="0" y="0"/>
                </a:moveTo>
                <a:lnTo>
                  <a:pt x="468878" y="0"/>
                </a:lnTo>
                <a:lnTo>
                  <a:pt x="468878" y="368282"/>
                </a:lnTo>
                <a:lnTo>
                  <a:pt x="0" y="368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S11_Shp51" id="169"/>
          <p:cNvSpPr/>
          <p:nvPr/>
        </p:nvSpPr>
        <p:spPr>
          <a:xfrm flipH="false" flipV="false" rot="0">
            <a:off x="30489423" y="12830656"/>
            <a:ext cx="468877" cy="368282"/>
          </a:xfrm>
          <a:custGeom>
            <a:avLst/>
            <a:gdLst/>
            <a:ahLst/>
            <a:cxnLst/>
            <a:rect r="r" b="b" t="t" l="l"/>
            <a:pathLst>
              <a:path h="368282" w="468877">
                <a:moveTo>
                  <a:pt x="0" y="0"/>
                </a:moveTo>
                <a:lnTo>
                  <a:pt x="468878" y="0"/>
                </a:lnTo>
                <a:lnTo>
                  <a:pt x="468878" y="368282"/>
                </a:lnTo>
                <a:lnTo>
                  <a:pt x="0" y="368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S11_Shp52" id="170"/>
          <p:cNvSpPr/>
          <p:nvPr/>
        </p:nvSpPr>
        <p:spPr>
          <a:xfrm flipH="true" flipV="false" rot="0">
            <a:off x="21415243" y="4062791"/>
            <a:ext cx="468877" cy="368282"/>
          </a:xfrm>
          <a:custGeom>
            <a:avLst/>
            <a:gdLst/>
            <a:ahLst/>
            <a:cxnLst/>
            <a:rect r="r" b="b" t="t" l="l"/>
            <a:pathLst>
              <a:path h="368282" w="468877">
                <a:moveTo>
                  <a:pt x="468878" y="0"/>
                </a:moveTo>
                <a:lnTo>
                  <a:pt x="0" y="0"/>
                </a:lnTo>
                <a:lnTo>
                  <a:pt x="0" y="368282"/>
                </a:lnTo>
                <a:lnTo>
                  <a:pt x="468878" y="368282"/>
                </a:lnTo>
                <a:lnTo>
                  <a:pt x="468878"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S11_Shp53" id="171"/>
          <p:cNvSpPr/>
          <p:nvPr/>
        </p:nvSpPr>
        <p:spPr>
          <a:xfrm flipH="true" flipV="false" rot="0">
            <a:off x="24779790" y="13525737"/>
            <a:ext cx="468877" cy="368282"/>
          </a:xfrm>
          <a:custGeom>
            <a:avLst/>
            <a:gdLst/>
            <a:ahLst/>
            <a:cxnLst/>
            <a:rect r="r" b="b" t="t" l="l"/>
            <a:pathLst>
              <a:path h="368282" w="468877">
                <a:moveTo>
                  <a:pt x="468877" y="0"/>
                </a:moveTo>
                <a:lnTo>
                  <a:pt x="0" y="0"/>
                </a:lnTo>
                <a:lnTo>
                  <a:pt x="0" y="368282"/>
                </a:lnTo>
                <a:lnTo>
                  <a:pt x="468877" y="368282"/>
                </a:lnTo>
                <a:lnTo>
                  <a:pt x="468877"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S11_Shp54" id="172"/>
          <p:cNvSpPr txBox="true"/>
          <p:nvPr/>
        </p:nvSpPr>
        <p:spPr>
          <a:xfrm rot="0">
            <a:off x="17464164" y="12923256"/>
            <a:ext cx="6622323"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KREATIF</a:t>
            </a:r>
          </a:p>
        </p:txBody>
      </p:sp>
      <p:sp>
        <p:nvSpPr>
          <p:cNvPr name="!!S11_Shp57" id="173"/>
          <p:cNvSpPr txBox="true"/>
          <p:nvPr/>
        </p:nvSpPr>
        <p:spPr>
          <a:xfrm rot="0">
            <a:off x="17485786" y="12841137"/>
            <a:ext cx="6140970"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LAYANAN</a:t>
            </a:r>
          </a:p>
        </p:txBody>
      </p:sp>
      <p:sp>
        <p:nvSpPr>
          <p:cNvPr name="!!S11_Shp58" id="174"/>
          <p:cNvSpPr txBox="true"/>
          <p:nvPr/>
        </p:nvSpPr>
        <p:spPr>
          <a:xfrm rot="0">
            <a:off x="21933384" y="2605472"/>
            <a:ext cx="4873611"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Per</a:t>
            </a:r>
            <a:r>
              <a:rPr lang="en-US" b="true" sz="2499">
                <a:solidFill>
                  <a:srgbClr val="082009"/>
                </a:solidFill>
                <a:latin typeface="Fira Sans Bold"/>
                <a:ea typeface="Fira Sans Bold"/>
                <a:cs typeface="Fira Sans Bold"/>
                <a:sym typeface="Fira Sans Bold"/>
              </a:rPr>
              <a:t>encanaan Konten</a:t>
            </a:r>
          </a:p>
        </p:txBody>
      </p:sp>
      <p:sp>
        <p:nvSpPr>
          <p:cNvPr name="!!S11_Shp59" id="175"/>
          <p:cNvSpPr txBox="true"/>
          <p:nvPr/>
        </p:nvSpPr>
        <p:spPr>
          <a:xfrm rot="0">
            <a:off x="25348682" y="13066350"/>
            <a:ext cx="4873611"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Produksi</a:t>
            </a:r>
            <a:r>
              <a:rPr lang="en-US" b="true" sz="2499">
                <a:solidFill>
                  <a:srgbClr val="082009"/>
                </a:solidFill>
                <a:latin typeface="Fira Sans Bold"/>
                <a:ea typeface="Fira Sans Bold"/>
                <a:cs typeface="Fira Sans Bold"/>
                <a:sym typeface="Fira Sans Bold"/>
              </a:rPr>
              <a:t> Konten Foto dan Video</a:t>
            </a:r>
          </a:p>
        </p:txBody>
      </p:sp>
      <p:sp>
        <p:nvSpPr>
          <p:cNvPr name="!!S11_Shp60" id="176"/>
          <p:cNvSpPr txBox="true"/>
          <p:nvPr/>
        </p:nvSpPr>
        <p:spPr>
          <a:xfrm rot="0">
            <a:off x="25348682" y="13742304"/>
            <a:ext cx="4873611"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Peng</a:t>
            </a:r>
            <a:r>
              <a:rPr lang="en-US" b="true" sz="2499">
                <a:solidFill>
                  <a:srgbClr val="082009"/>
                </a:solidFill>
                <a:latin typeface="Fira Sans Bold"/>
                <a:ea typeface="Fira Sans Bold"/>
                <a:cs typeface="Fira Sans Bold"/>
                <a:sym typeface="Fira Sans Bold"/>
              </a:rPr>
              <a:t>embangan Konten Promosi</a:t>
            </a:r>
          </a:p>
        </p:txBody>
      </p:sp>
      <p:sp>
        <p:nvSpPr>
          <p:cNvPr name="!!S9_Shp3" id="177"/>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9_Shp4" id="178"/>
          <p:cNvSpPr/>
          <p:nvPr/>
        </p:nvSpPr>
        <p:spPr>
          <a:xfrm flipH="false" flipV="false" rot="0">
            <a:off x="-5665601" y="-8717080"/>
            <a:ext cx="1331203" cy="6717080"/>
          </a:xfrm>
          <a:custGeom>
            <a:avLst/>
            <a:gdLst/>
            <a:ahLst/>
            <a:cxnLst/>
            <a:rect r="r" b="b" t="t" l="l"/>
            <a:pathLst>
              <a:path h="6717080" w="1331203">
                <a:moveTo>
                  <a:pt x="0" y="0"/>
                </a:moveTo>
                <a:lnTo>
                  <a:pt x="1331204" y="0"/>
                </a:lnTo>
                <a:lnTo>
                  <a:pt x="1331204"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9_Shp5" id="179"/>
          <p:cNvSpPr/>
          <p:nvPr/>
        </p:nvSpPr>
        <p:spPr>
          <a:xfrm flipH="false" flipV="false" rot="0">
            <a:off x="-5996805" y="6331490"/>
            <a:ext cx="1331203" cy="6717080"/>
          </a:xfrm>
          <a:custGeom>
            <a:avLst/>
            <a:gdLst/>
            <a:ahLst/>
            <a:cxnLst/>
            <a:rect r="r" b="b" t="t" l="l"/>
            <a:pathLst>
              <a:path h="6717080" w="1331203">
                <a:moveTo>
                  <a:pt x="0" y="0"/>
                </a:moveTo>
                <a:lnTo>
                  <a:pt x="1331203" y="0"/>
                </a:lnTo>
                <a:lnTo>
                  <a:pt x="1331203" y="6717080"/>
                </a:lnTo>
                <a:lnTo>
                  <a:pt x="0" y="67170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9_Shp6" id="180"/>
          <p:cNvSpPr/>
          <p:nvPr/>
        </p:nvSpPr>
        <p:spPr>
          <a:xfrm flipH="false" flipV="false" rot="0">
            <a:off x="-5996805" y="-8717080"/>
            <a:ext cx="1331203" cy="6717080"/>
          </a:xfrm>
          <a:custGeom>
            <a:avLst/>
            <a:gdLst/>
            <a:ahLst/>
            <a:cxnLst/>
            <a:rect r="r" b="b" t="t" l="l"/>
            <a:pathLst>
              <a:path h="6717080" w="1331203">
                <a:moveTo>
                  <a:pt x="0" y="0"/>
                </a:moveTo>
                <a:lnTo>
                  <a:pt x="1331203" y="0"/>
                </a:lnTo>
                <a:lnTo>
                  <a:pt x="1331203" y="6717081"/>
                </a:lnTo>
                <a:lnTo>
                  <a:pt x="0" y="67170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9_Shp11" id="181"/>
          <p:cNvGrpSpPr/>
          <p:nvPr/>
        </p:nvGrpSpPr>
        <p:grpSpPr>
          <a:xfrm rot="0">
            <a:off x="-8566962" y="-4234492"/>
            <a:ext cx="3903499" cy="2234492"/>
            <a:chOff x="0" y="0"/>
            <a:chExt cx="1028082" cy="588508"/>
          </a:xfrm>
        </p:grpSpPr>
        <p:sp>
          <p:nvSpPr>
            <p:cNvPr name="Freeform 12" id="12"/>
            <p:cNvSpPr/>
            <p:nvPr/>
          </p:nvSpPr>
          <p:spPr>
            <a:xfrm flipH="false" flipV="false" rot="0">
              <a:off x="0" y="0"/>
              <a:ext cx="1028082" cy="588508"/>
            </a:xfrm>
            <a:custGeom>
              <a:avLst/>
              <a:gdLst/>
              <a:ahLst/>
              <a:cxnLst/>
              <a:rect r="r" b="b" t="t" l="l"/>
              <a:pathLst>
                <a:path h="588508" w="1028082">
                  <a:moveTo>
                    <a:pt x="25783" y="0"/>
                  </a:moveTo>
                  <a:lnTo>
                    <a:pt x="1002299" y="0"/>
                  </a:lnTo>
                  <a:cubicBezTo>
                    <a:pt x="1016539" y="0"/>
                    <a:pt x="1028082" y="11544"/>
                    <a:pt x="1028082" y="25783"/>
                  </a:cubicBezTo>
                  <a:lnTo>
                    <a:pt x="1028082" y="562725"/>
                  </a:lnTo>
                  <a:cubicBezTo>
                    <a:pt x="1028082" y="569563"/>
                    <a:pt x="1025366" y="576121"/>
                    <a:pt x="1020530" y="580956"/>
                  </a:cubicBezTo>
                  <a:cubicBezTo>
                    <a:pt x="1015695" y="585792"/>
                    <a:pt x="1009137" y="588508"/>
                    <a:pt x="1002299" y="588508"/>
                  </a:cubicBezTo>
                  <a:lnTo>
                    <a:pt x="25783" y="588508"/>
                  </a:lnTo>
                  <a:cubicBezTo>
                    <a:pt x="11544" y="588508"/>
                    <a:pt x="0" y="576965"/>
                    <a:pt x="0" y="562725"/>
                  </a:cubicBezTo>
                  <a:lnTo>
                    <a:pt x="0" y="25783"/>
                  </a:lnTo>
                  <a:cubicBezTo>
                    <a:pt x="0" y="18945"/>
                    <a:pt x="2716" y="12387"/>
                    <a:pt x="7552" y="7552"/>
                  </a:cubicBezTo>
                  <a:cubicBezTo>
                    <a:pt x="12387" y="2716"/>
                    <a:pt x="18945" y="0"/>
                    <a:pt x="25783"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1028082" cy="636133"/>
            </a:xfrm>
            <a:prstGeom prst="rect">
              <a:avLst/>
            </a:prstGeom>
          </p:spPr>
          <p:txBody>
            <a:bodyPr anchor="ctr" rtlCol="false" tIns="50800" lIns="50800" bIns="50800" rIns="50800"/>
            <a:lstStyle/>
            <a:p>
              <a:pPr algn="ctr">
                <a:lnSpc>
                  <a:spcPts val="2800"/>
                </a:lnSpc>
              </a:pPr>
            </a:p>
          </p:txBody>
        </p:sp>
      </p:grpSp>
      <p:grpSp>
        <p:nvGrpSpPr>
          <p:cNvPr name="!!S9_Shp14" id="182"/>
          <p:cNvGrpSpPr/>
          <p:nvPr/>
        </p:nvGrpSpPr>
        <p:grpSpPr>
          <a:xfrm rot="0">
            <a:off x="-8566962" y="-4237356"/>
            <a:ext cx="3903499" cy="2237356"/>
            <a:chOff x="0" y="0"/>
            <a:chExt cx="1028082" cy="589262"/>
          </a:xfrm>
        </p:grpSpPr>
        <p:sp>
          <p:nvSpPr>
            <p:cNvPr name="Freeform 15" id="15"/>
            <p:cNvSpPr/>
            <p:nvPr/>
          </p:nvSpPr>
          <p:spPr>
            <a:xfrm flipH="false" flipV="false" rot="0">
              <a:off x="0" y="0"/>
              <a:ext cx="1028082" cy="589262"/>
            </a:xfrm>
            <a:custGeom>
              <a:avLst/>
              <a:gdLst/>
              <a:ahLst/>
              <a:cxnLst/>
              <a:rect r="r" b="b" t="t" l="l"/>
              <a:pathLst>
                <a:path h="589262" w="1028082">
                  <a:moveTo>
                    <a:pt x="25783" y="0"/>
                  </a:moveTo>
                  <a:lnTo>
                    <a:pt x="1002299" y="0"/>
                  </a:lnTo>
                  <a:cubicBezTo>
                    <a:pt x="1016539" y="0"/>
                    <a:pt x="1028082" y="11544"/>
                    <a:pt x="1028082" y="25783"/>
                  </a:cubicBezTo>
                  <a:lnTo>
                    <a:pt x="1028082" y="563479"/>
                  </a:lnTo>
                  <a:cubicBezTo>
                    <a:pt x="1028082" y="570317"/>
                    <a:pt x="1025366" y="576875"/>
                    <a:pt x="1020530" y="581711"/>
                  </a:cubicBezTo>
                  <a:cubicBezTo>
                    <a:pt x="1015695" y="586546"/>
                    <a:pt x="1009137" y="589262"/>
                    <a:pt x="1002299" y="589262"/>
                  </a:cubicBezTo>
                  <a:lnTo>
                    <a:pt x="25783" y="589262"/>
                  </a:lnTo>
                  <a:cubicBezTo>
                    <a:pt x="11544" y="589262"/>
                    <a:pt x="0" y="577719"/>
                    <a:pt x="0" y="563479"/>
                  </a:cubicBezTo>
                  <a:lnTo>
                    <a:pt x="0" y="25783"/>
                  </a:lnTo>
                  <a:cubicBezTo>
                    <a:pt x="0" y="18945"/>
                    <a:pt x="2716" y="12387"/>
                    <a:pt x="7552" y="7552"/>
                  </a:cubicBezTo>
                  <a:cubicBezTo>
                    <a:pt x="12387" y="2716"/>
                    <a:pt x="18945" y="0"/>
                    <a:pt x="25783"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6" id="16"/>
            <p:cNvSpPr txBox="true"/>
            <p:nvPr/>
          </p:nvSpPr>
          <p:spPr>
            <a:xfrm>
              <a:off x="0" y="-47625"/>
              <a:ext cx="1028082" cy="636887"/>
            </a:xfrm>
            <a:prstGeom prst="rect">
              <a:avLst/>
            </a:prstGeom>
          </p:spPr>
          <p:txBody>
            <a:bodyPr anchor="ctr" rtlCol="false" tIns="50800" lIns="50800" bIns="50800" rIns="50800"/>
            <a:lstStyle/>
            <a:p>
              <a:pPr algn="ctr">
                <a:lnSpc>
                  <a:spcPts val="2800"/>
                </a:lnSpc>
              </a:pPr>
            </a:p>
          </p:txBody>
        </p:sp>
      </p:grpSp>
      <p:grpSp>
        <p:nvGrpSpPr>
          <p:cNvPr name="!!S9_Shp17" id="183"/>
          <p:cNvGrpSpPr/>
          <p:nvPr/>
        </p:nvGrpSpPr>
        <p:grpSpPr>
          <a:xfrm rot="-10800000">
            <a:off x="-8630049" y="-4234492"/>
            <a:ext cx="3903499" cy="2234492"/>
            <a:chOff x="0" y="0"/>
            <a:chExt cx="1028082" cy="588508"/>
          </a:xfrm>
        </p:grpSpPr>
        <p:sp>
          <p:nvSpPr>
            <p:cNvPr name="Freeform 18" id="18"/>
            <p:cNvSpPr/>
            <p:nvPr/>
          </p:nvSpPr>
          <p:spPr>
            <a:xfrm flipH="false" flipV="false" rot="0">
              <a:off x="0" y="0"/>
              <a:ext cx="1028082" cy="588508"/>
            </a:xfrm>
            <a:custGeom>
              <a:avLst/>
              <a:gdLst/>
              <a:ahLst/>
              <a:cxnLst/>
              <a:rect r="r" b="b" t="t" l="l"/>
              <a:pathLst>
                <a:path h="588508" w="1028082">
                  <a:moveTo>
                    <a:pt x="25783" y="0"/>
                  </a:moveTo>
                  <a:lnTo>
                    <a:pt x="1002299" y="0"/>
                  </a:lnTo>
                  <a:cubicBezTo>
                    <a:pt x="1016539" y="0"/>
                    <a:pt x="1028082" y="11544"/>
                    <a:pt x="1028082" y="25783"/>
                  </a:cubicBezTo>
                  <a:lnTo>
                    <a:pt x="1028082" y="562725"/>
                  </a:lnTo>
                  <a:cubicBezTo>
                    <a:pt x="1028082" y="569563"/>
                    <a:pt x="1025366" y="576121"/>
                    <a:pt x="1020530" y="580956"/>
                  </a:cubicBezTo>
                  <a:cubicBezTo>
                    <a:pt x="1015695" y="585792"/>
                    <a:pt x="1009137" y="588508"/>
                    <a:pt x="1002299" y="588508"/>
                  </a:cubicBezTo>
                  <a:lnTo>
                    <a:pt x="25783" y="588508"/>
                  </a:lnTo>
                  <a:cubicBezTo>
                    <a:pt x="11544" y="588508"/>
                    <a:pt x="0" y="576965"/>
                    <a:pt x="0" y="562725"/>
                  </a:cubicBezTo>
                  <a:lnTo>
                    <a:pt x="0" y="25783"/>
                  </a:lnTo>
                  <a:cubicBezTo>
                    <a:pt x="0" y="18945"/>
                    <a:pt x="2716" y="12387"/>
                    <a:pt x="7552" y="7552"/>
                  </a:cubicBezTo>
                  <a:cubicBezTo>
                    <a:pt x="12387" y="2716"/>
                    <a:pt x="18945" y="0"/>
                    <a:pt x="25783"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1028082" cy="636133"/>
            </a:xfrm>
            <a:prstGeom prst="rect">
              <a:avLst/>
            </a:prstGeom>
          </p:spPr>
          <p:txBody>
            <a:bodyPr anchor="ctr" rtlCol="false" tIns="50800" lIns="50800" bIns="50800" rIns="50800"/>
            <a:lstStyle/>
            <a:p>
              <a:pPr algn="ctr">
                <a:lnSpc>
                  <a:spcPts val="2800"/>
                </a:lnSpc>
              </a:pPr>
            </a:p>
          </p:txBody>
        </p:sp>
      </p:grpSp>
      <p:grpSp>
        <p:nvGrpSpPr>
          <p:cNvPr name="!!S9_Shp20" id="184"/>
          <p:cNvGrpSpPr/>
          <p:nvPr/>
        </p:nvGrpSpPr>
        <p:grpSpPr>
          <a:xfrm rot="-10800000">
            <a:off x="-8630049" y="-4237356"/>
            <a:ext cx="3903499" cy="2237356"/>
            <a:chOff x="0" y="0"/>
            <a:chExt cx="1028082" cy="589262"/>
          </a:xfrm>
        </p:grpSpPr>
        <p:sp>
          <p:nvSpPr>
            <p:cNvPr name="Freeform 21" id="21"/>
            <p:cNvSpPr/>
            <p:nvPr/>
          </p:nvSpPr>
          <p:spPr>
            <a:xfrm flipH="false" flipV="false" rot="0">
              <a:off x="0" y="0"/>
              <a:ext cx="1028082" cy="589262"/>
            </a:xfrm>
            <a:custGeom>
              <a:avLst/>
              <a:gdLst/>
              <a:ahLst/>
              <a:cxnLst/>
              <a:rect r="r" b="b" t="t" l="l"/>
              <a:pathLst>
                <a:path h="589262" w="1028082">
                  <a:moveTo>
                    <a:pt x="25783" y="0"/>
                  </a:moveTo>
                  <a:lnTo>
                    <a:pt x="1002299" y="0"/>
                  </a:lnTo>
                  <a:cubicBezTo>
                    <a:pt x="1016539" y="0"/>
                    <a:pt x="1028082" y="11544"/>
                    <a:pt x="1028082" y="25783"/>
                  </a:cubicBezTo>
                  <a:lnTo>
                    <a:pt x="1028082" y="563479"/>
                  </a:lnTo>
                  <a:cubicBezTo>
                    <a:pt x="1028082" y="570317"/>
                    <a:pt x="1025366" y="576875"/>
                    <a:pt x="1020530" y="581711"/>
                  </a:cubicBezTo>
                  <a:cubicBezTo>
                    <a:pt x="1015695" y="586546"/>
                    <a:pt x="1009137" y="589262"/>
                    <a:pt x="1002299" y="589262"/>
                  </a:cubicBezTo>
                  <a:lnTo>
                    <a:pt x="25783" y="589262"/>
                  </a:lnTo>
                  <a:cubicBezTo>
                    <a:pt x="11544" y="589262"/>
                    <a:pt x="0" y="577719"/>
                    <a:pt x="0" y="563479"/>
                  </a:cubicBezTo>
                  <a:lnTo>
                    <a:pt x="0" y="25783"/>
                  </a:lnTo>
                  <a:cubicBezTo>
                    <a:pt x="0" y="18945"/>
                    <a:pt x="2716" y="12387"/>
                    <a:pt x="7552" y="7552"/>
                  </a:cubicBezTo>
                  <a:cubicBezTo>
                    <a:pt x="12387" y="2716"/>
                    <a:pt x="18945" y="0"/>
                    <a:pt x="25783"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2" id="22"/>
            <p:cNvSpPr txBox="true"/>
            <p:nvPr/>
          </p:nvSpPr>
          <p:spPr>
            <a:xfrm>
              <a:off x="0" y="-47625"/>
              <a:ext cx="1028082" cy="636887"/>
            </a:xfrm>
            <a:prstGeom prst="rect">
              <a:avLst/>
            </a:prstGeom>
          </p:spPr>
          <p:txBody>
            <a:bodyPr anchor="ctr" rtlCol="false" tIns="50800" lIns="50800" bIns="50800" rIns="50800"/>
            <a:lstStyle/>
            <a:p>
              <a:pPr algn="ctr">
                <a:lnSpc>
                  <a:spcPts val="2800"/>
                </a:lnSpc>
              </a:pPr>
            </a:p>
          </p:txBody>
        </p:sp>
      </p:grpSp>
      <p:sp>
        <p:nvSpPr>
          <p:cNvPr name="!!S9_Shp23" id="185"/>
          <p:cNvSpPr/>
          <p:nvPr/>
        </p:nvSpPr>
        <p:spPr>
          <a:xfrm flipH="false" flipV="false" rot="0">
            <a:off x="-7473622" y="5633503"/>
            <a:ext cx="2639858" cy="907151"/>
          </a:xfrm>
          <a:custGeom>
            <a:avLst/>
            <a:gdLst/>
            <a:ahLst/>
            <a:cxnLst/>
            <a:rect r="r" b="b" t="t" l="l"/>
            <a:pathLst>
              <a:path h="907151" w="2639858">
                <a:moveTo>
                  <a:pt x="0" y="0"/>
                </a:moveTo>
                <a:lnTo>
                  <a:pt x="2639859" y="0"/>
                </a:lnTo>
                <a:lnTo>
                  <a:pt x="2639859" y="907151"/>
                </a:lnTo>
                <a:lnTo>
                  <a:pt x="0" y="9071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9_Shp24" id="186"/>
          <p:cNvSpPr/>
          <p:nvPr/>
        </p:nvSpPr>
        <p:spPr>
          <a:xfrm flipH="false" flipV="false" rot="0">
            <a:off x="-5215612" y="7779092"/>
            <a:ext cx="989738" cy="986139"/>
          </a:xfrm>
          <a:custGeom>
            <a:avLst/>
            <a:gdLst/>
            <a:ahLst/>
            <a:cxnLst/>
            <a:rect r="r" b="b" t="t" l="l"/>
            <a:pathLst>
              <a:path h="986139" w="989738">
                <a:moveTo>
                  <a:pt x="0" y="0"/>
                </a:moveTo>
                <a:lnTo>
                  <a:pt x="989738" y="0"/>
                </a:lnTo>
                <a:lnTo>
                  <a:pt x="989738" y="986139"/>
                </a:lnTo>
                <a:lnTo>
                  <a:pt x="0" y="98613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9_Shp25" id="187"/>
          <p:cNvSpPr txBox="true"/>
          <p:nvPr/>
        </p:nvSpPr>
        <p:spPr>
          <a:xfrm rot="0">
            <a:off x="-15110223" y="7088809"/>
            <a:ext cx="10276459"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PENCAPAIAN</a:t>
            </a:r>
          </a:p>
        </p:txBody>
      </p:sp>
      <p:sp>
        <p:nvSpPr>
          <p:cNvPr name="!!S9_Shp28" id="188"/>
          <p:cNvSpPr txBox="true"/>
          <p:nvPr/>
        </p:nvSpPr>
        <p:spPr>
          <a:xfrm rot="0">
            <a:off x="-14566962" y="8136256"/>
            <a:ext cx="9733198"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KREATIF</a:t>
            </a:r>
          </a:p>
        </p:txBody>
      </p:sp>
      <p:sp>
        <p:nvSpPr>
          <p:cNvPr name="!!S9_Shp29" id="189"/>
          <p:cNvSpPr txBox="true"/>
          <p:nvPr/>
        </p:nvSpPr>
        <p:spPr>
          <a:xfrm rot="0">
            <a:off x="-7013011" y="-3114425"/>
            <a:ext cx="2795596" cy="1114425"/>
          </a:xfrm>
          <a:prstGeom prst="rect">
            <a:avLst/>
          </a:prstGeom>
        </p:spPr>
        <p:txBody>
          <a:bodyPr anchor="t" rtlCol="false" tIns="0" lIns="0" bIns="0" rIns="0">
            <a:spAutoFit/>
          </a:bodyPr>
          <a:lstStyle/>
          <a:p>
            <a:pPr algn="ctr">
              <a:lnSpc>
                <a:spcPts val="8700"/>
              </a:lnSpc>
            </a:pPr>
            <a:r>
              <a:rPr lang="en-US" sz="7500" b="true">
                <a:solidFill>
                  <a:srgbClr val="FDFDFD"/>
                </a:solidFill>
                <a:latin typeface="Fira Sans Bold"/>
                <a:ea typeface="Fira Sans Bold"/>
                <a:cs typeface="Fira Sans Bold"/>
                <a:sym typeface="Fira Sans Bold"/>
              </a:rPr>
              <a:t>300+</a:t>
            </a:r>
          </a:p>
        </p:txBody>
      </p:sp>
      <p:sp>
        <p:nvSpPr>
          <p:cNvPr name="!!S9_Shp30" id="190"/>
          <p:cNvSpPr txBox="true"/>
          <p:nvPr/>
        </p:nvSpPr>
        <p:spPr>
          <a:xfrm rot="0">
            <a:off x="-6984436" y="-2443865"/>
            <a:ext cx="2795596" cy="443865"/>
          </a:xfrm>
          <a:prstGeom prst="rect">
            <a:avLst/>
          </a:prstGeom>
        </p:spPr>
        <p:txBody>
          <a:bodyPr anchor="t" rtlCol="false" tIns="0" lIns="0" bIns="0" rIns="0">
            <a:spAutoFit/>
          </a:bodyPr>
          <a:lstStyle/>
          <a:p>
            <a:pPr algn="ctr">
              <a:lnSpc>
                <a:spcPts val="3479"/>
              </a:lnSpc>
            </a:pPr>
            <a:r>
              <a:rPr lang="en-US" sz="3000">
                <a:solidFill>
                  <a:srgbClr val="FDFDFD"/>
                </a:solidFill>
                <a:latin typeface="Fira Sans"/>
                <a:ea typeface="Fira Sans"/>
                <a:cs typeface="Fira Sans"/>
                <a:sym typeface="Fira Sans"/>
              </a:rPr>
              <a:t>Konten Digital</a:t>
            </a:r>
          </a:p>
        </p:txBody>
      </p:sp>
      <p:sp>
        <p:nvSpPr>
          <p:cNvPr name="!!S9_Shp31" id="191"/>
          <p:cNvSpPr txBox="true"/>
          <p:nvPr/>
        </p:nvSpPr>
        <p:spPr>
          <a:xfrm rot="0">
            <a:off x="-7090385" y="-3114425"/>
            <a:ext cx="2795596" cy="1114425"/>
          </a:xfrm>
          <a:prstGeom prst="rect">
            <a:avLst/>
          </a:prstGeom>
        </p:spPr>
        <p:txBody>
          <a:bodyPr anchor="t" rtlCol="false" tIns="0" lIns="0" bIns="0" rIns="0">
            <a:spAutoFit/>
          </a:bodyPr>
          <a:lstStyle/>
          <a:p>
            <a:pPr algn="ctr">
              <a:lnSpc>
                <a:spcPts val="8700"/>
              </a:lnSpc>
            </a:pPr>
            <a:r>
              <a:rPr lang="en-US" sz="7500" b="true">
                <a:solidFill>
                  <a:srgbClr val="FDFDFD"/>
                </a:solidFill>
                <a:latin typeface="Fira Sans Bold"/>
                <a:ea typeface="Fira Sans Bold"/>
                <a:cs typeface="Fira Sans Bold"/>
                <a:sym typeface="Fira Sans Bold"/>
              </a:rPr>
              <a:t>30+</a:t>
            </a:r>
          </a:p>
        </p:txBody>
      </p:sp>
      <p:sp>
        <p:nvSpPr>
          <p:cNvPr name="!!S9_Shp32" id="192"/>
          <p:cNvSpPr txBox="true"/>
          <p:nvPr/>
        </p:nvSpPr>
        <p:spPr>
          <a:xfrm rot="0">
            <a:off x="-7360217" y="5973188"/>
            <a:ext cx="3335260" cy="443865"/>
          </a:xfrm>
          <a:prstGeom prst="rect">
            <a:avLst/>
          </a:prstGeom>
        </p:spPr>
        <p:txBody>
          <a:bodyPr anchor="t" rtlCol="false" tIns="0" lIns="0" bIns="0" rIns="0">
            <a:spAutoFit/>
          </a:bodyPr>
          <a:lstStyle/>
          <a:p>
            <a:pPr algn="ctr">
              <a:lnSpc>
                <a:spcPts val="3479"/>
              </a:lnSpc>
            </a:pPr>
            <a:r>
              <a:rPr lang="en-US" sz="3000">
                <a:solidFill>
                  <a:srgbClr val="FDFDFD"/>
                </a:solidFill>
                <a:latin typeface="Fira Sans"/>
                <a:ea typeface="Fira Sans"/>
                <a:cs typeface="Fira Sans"/>
                <a:sym typeface="Fira Sans"/>
              </a:rPr>
              <a:t>Kampanye Konten</a:t>
            </a:r>
          </a:p>
        </p:txBody>
      </p:sp>
      <p:sp>
        <p:nvSpPr>
          <p:cNvPr name="!!S9_Shp33" id="193"/>
          <p:cNvSpPr txBox="true"/>
          <p:nvPr/>
        </p:nvSpPr>
        <p:spPr>
          <a:xfrm rot="0">
            <a:off x="-7090385" y="-3114425"/>
            <a:ext cx="2795596" cy="1114425"/>
          </a:xfrm>
          <a:prstGeom prst="rect">
            <a:avLst/>
          </a:prstGeom>
        </p:spPr>
        <p:txBody>
          <a:bodyPr anchor="t" rtlCol="false" tIns="0" lIns="0" bIns="0" rIns="0">
            <a:spAutoFit/>
          </a:bodyPr>
          <a:lstStyle/>
          <a:p>
            <a:pPr algn="ctr">
              <a:lnSpc>
                <a:spcPts val="8700"/>
              </a:lnSpc>
            </a:pPr>
            <a:r>
              <a:rPr lang="en-US" sz="7500" b="true">
                <a:solidFill>
                  <a:srgbClr val="165325"/>
                </a:solidFill>
                <a:latin typeface="Fira Sans Bold"/>
                <a:ea typeface="Fira Sans Bold"/>
                <a:cs typeface="Fira Sans Bold"/>
                <a:sym typeface="Fira Sans Bold"/>
              </a:rPr>
              <a:t>5</a:t>
            </a:r>
            <a:r>
              <a:rPr lang="en-US" b="true" sz="7500">
                <a:solidFill>
                  <a:srgbClr val="165325"/>
                </a:solidFill>
                <a:latin typeface="Fira Sans Bold"/>
                <a:ea typeface="Fira Sans Bold"/>
                <a:cs typeface="Fira Sans Bold"/>
                <a:sym typeface="Fira Sans Bold"/>
              </a:rPr>
              <a:t>0+</a:t>
            </a:r>
          </a:p>
        </p:txBody>
      </p:sp>
      <p:sp>
        <p:nvSpPr>
          <p:cNvPr name="!!S9_Shp34" id="194"/>
          <p:cNvSpPr txBox="true"/>
          <p:nvPr/>
        </p:nvSpPr>
        <p:spPr>
          <a:xfrm rot="0">
            <a:off x="-7061810" y="-2443865"/>
            <a:ext cx="2795596" cy="443865"/>
          </a:xfrm>
          <a:prstGeom prst="rect">
            <a:avLst/>
          </a:prstGeom>
        </p:spPr>
        <p:txBody>
          <a:bodyPr anchor="t" rtlCol="false" tIns="0" lIns="0" bIns="0" rIns="0">
            <a:spAutoFit/>
          </a:bodyPr>
          <a:lstStyle/>
          <a:p>
            <a:pPr algn="ctr">
              <a:lnSpc>
                <a:spcPts val="3479"/>
              </a:lnSpc>
            </a:pPr>
            <a:r>
              <a:rPr lang="en-US" sz="3000">
                <a:solidFill>
                  <a:srgbClr val="165325"/>
                </a:solidFill>
                <a:latin typeface="Fira Sans"/>
                <a:ea typeface="Fira Sans"/>
                <a:cs typeface="Fira Sans"/>
                <a:sym typeface="Fira Sans"/>
              </a:rPr>
              <a:t>Proyek Kreatif</a:t>
            </a:r>
          </a:p>
        </p:txBody>
      </p:sp>
      <p:sp>
        <p:nvSpPr>
          <p:cNvPr name="!!S9_Shp35" id="195"/>
          <p:cNvSpPr txBox="true"/>
          <p:nvPr/>
        </p:nvSpPr>
        <p:spPr>
          <a:xfrm rot="0">
            <a:off x="-7041586" y="-3114425"/>
            <a:ext cx="2795596" cy="1114425"/>
          </a:xfrm>
          <a:prstGeom prst="rect">
            <a:avLst/>
          </a:prstGeom>
        </p:spPr>
        <p:txBody>
          <a:bodyPr anchor="t" rtlCol="false" tIns="0" lIns="0" bIns="0" rIns="0">
            <a:spAutoFit/>
          </a:bodyPr>
          <a:lstStyle/>
          <a:p>
            <a:pPr algn="ctr">
              <a:lnSpc>
                <a:spcPts val="8700"/>
              </a:lnSpc>
            </a:pPr>
            <a:r>
              <a:rPr lang="en-US" sz="7500" b="true">
                <a:solidFill>
                  <a:srgbClr val="165325"/>
                </a:solidFill>
                <a:latin typeface="Fira Sans Bold"/>
                <a:ea typeface="Fira Sans Bold"/>
                <a:cs typeface="Fira Sans Bold"/>
                <a:sym typeface="Fira Sans Bold"/>
              </a:rPr>
              <a:t>3</a:t>
            </a:r>
            <a:r>
              <a:rPr lang="en-US" b="true" sz="7500">
                <a:solidFill>
                  <a:srgbClr val="165325"/>
                </a:solidFill>
                <a:latin typeface="Fira Sans Bold"/>
                <a:ea typeface="Fira Sans Bold"/>
                <a:cs typeface="Fira Sans Bold"/>
                <a:sym typeface="Fira Sans Bold"/>
              </a:rPr>
              <a:t>0+</a:t>
            </a:r>
          </a:p>
        </p:txBody>
      </p:sp>
      <p:sp>
        <p:nvSpPr>
          <p:cNvPr name="!!S9_Shp36" id="196"/>
          <p:cNvSpPr txBox="true"/>
          <p:nvPr/>
        </p:nvSpPr>
        <p:spPr>
          <a:xfrm rot="0">
            <a:off x="-7013011" y="6019382"/>
            <a:ext cx="2795596" cy="443865"/>
          </a:xfrm>
          <a:prstGeom prst="rect">
            <a:avLst/>
          </a:prstGeom>
        </p:spPr>
        <p:txBody>
          <a:bodyPr anchor="t" rtlCol="false" tIns="0" lIns="0" bIns="0" rIns="0">
            <a:spAutoFit/>
          </a:bodyPr>
          <a:lstStyle/>
          <a:p>
            <a:pPr algn="ctr">
              <a:lnSpc>
                <a:spcPts val="3479"/>
              </a:lnSpc>
            </a:pPr>
            <a:r>
              <a:rPr lang="en-US" sz="3000">
                <a:solidFill>
                  <a:srgbClr val="165325"/>
                </a:solidFill>
                <a:latin typeface="Fira Sans"/>
                <a:ea typeface="Fira Sans"/>
                <a:cs typeface="Fira Sans"/>
                <a:sym typeface="Fira Sans"/>
              </a:rPr>
              <a:t>Klien</a:t>
            </a:r>
          </a:p>
        </p:txBody>
      </p:sp>
      <p:sp>
        <p:nvSpPr>
          <p:cNvPr name="!!S9_Shp37" id="197"/>
          <p:cNvSpPr txBox="true"/>
          <p:nvPr/>
        </p:nvSpPr>
        <p:spPr>
          <a:xfrm rot="0">
            <a:off x="-10113481" y="-5051175"/>
            <a:ext cx="5279717" cy="3051175"/>
          </a:xfrm>
          <a:prstGeom prst="rect">
            <a:avLst/>
          </a:prstGeom>
        </p:spPr>
        <p:txBody>
          <a:bodyPr anchor="t" rtlCol="false" tIns="0" lIns="0" bIns="0" rIns="0">
            <a:spAutoFit/>
          </a:bodyPr>
          <a:lstStyle/>
          <a:p>
            <a:pPr algn="just">
              <a:lnSpc>
                <a:spcPts val="3499"/>
              </a:lnSpc>
            </a:pPr>
            <a:r>
              <a:rPr lang="en-US" sz="2499">
                <a:solidFill>
                  <a:srgbClr val="082009"/>
                </a:solidFill>
                <a:latin typeface="Fira Sans"/>
                <a:ea typeface="Fira Sans"/>
                <a:cs typeface="Fira Sans"/>
                <a:sym typeface="Fira Sans"/>
              </a:rPr>
              <a:t>Lo</a:t>
            </a:r>
            <a:r>
              <a:rPr lang="en-US" sz="2499">
                <a:solidFill>
                  <a:srgbClr val="082009"/>
                </a:solidFill>
                <a:latin typeface="Fira Sans"/>
                <a:ea typeface="Fira Sans"/>
                <a:cs typeface="Fira Sans"/>
                <a:sym typeface="Fira Sans"/>
              </a:rPr>
              <a:t>rem ipsum consectetur magna do est nostrud aute et sed minim nulla eiusmod proident labore dolore et culpa cupidatat esse qui nulla enim sunt veniam pariatur dolore ipsum proident adipiscing eiusmod irure culpa dolore commodo et </a:t>
            </a:r>
          </a:p>
        </p:txBody>
      </p:sp>
      <p:sp>
        <p:nvSpPr>
          <p:cNvPr name="!!S9_Shp38" id="198"/>
          <p:cNvSpPr/>
          <p:nvPr/>
        </p:nvSpPr>
        <p:spPr>
          <a:xfrm flipH="false" flipV="true" rot="0">
            <a:off x="-5046145" y="8272161"/>
            <a:ext cx="989738" cy="986139"/>
          </a:xfrm>
          <a:custGeom>
            <a:avLst/>
            <a:gdLst/>
            <a:ahLst/>
            <a:cxnLst/>
            <a:rect r="r" b="b" t="t" l="l"/>
            <a:pathLst>
              <a:path h="986139" w="989738">
                <a:moveTo>
                  <a:pt x="0" y="986139"/>
                </a:moveTo>
                <a:lnTo>
                  <a:pt x="989738" y="986139"/>
                </a:lnTo>
                <a:lnTo>
                  <a:pt x="989738" y="0"/>
                </a:lnTo>
                <a:lnTo>
                  <a:pt x="0" y="0"/>
                </a:lnTo>
                <a:lnTo>
                  <a:pt x="0" y="986139"/>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212" r="0" b="-7212"/>
            </a:stretch>
          </a:blipFill>
        </p:spPr>
        <p:txBody>
          <a:bodyPr/>
          <a:p/>
        </p:txBody>
      </p:sp>
      <p:sp>
        <p:nvSpPr>
          <p:cNvPr name="!!Persistent_HeaderLine" id="3"/>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4"/>
          <p:cNvGrpSpPr/>
          <p:nvPr/>
        </p:nvGrpSpPr>
        <p:grpSpPr>
          <a:xfrm rot="0">
            <a:off x="15278315" y="805237"/>
            <a:ext cx="1980985" cy="639706"/>
            <a:chOff x="0" y="0"/>
            <a:chExt cx="521741" cy="168482"/>
          </a:xfrm>
        </p:grpSpPr>
        <p:sp>
          <p:nvSpPr>
            <p:cNvPr name="Freeform 5" id="5"/>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6" id="6"/>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11_Shp7" id="7"/>
          <p:cNvGrpSpPr/>
          <p:nvPr/>
        </p:nvGrpSpPr>
        <p:grpSpPr>
          <a:xfrm rot="0">
            <a:off x="-143454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11_Shp10" id="10"/>
          <p:cNvGrpSpPr/>
          <p:nvPr/>
        </p:nvGrpSpPr>
        <p:grpSpPr>
          <a:xfrm rot="0">
            <a:off x="10383829" y="2338772"/>
            <a:ext cx="5636735" cy="1078387"/>
            <a:chOff x="0" y="0"/>
            <a:chExt cx="1484572" cy="284020"/>
          </a:xfrm>
        </p:grpSpPr>
        <p:sp>
          <p:nvSpPr>
            <p:cNvPr name="Freeform 11" id="11"/>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2" id="12"/>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grpSp>
        <p:nvGrpSpPr>
          <p:cNvPr name="!!S11_Shp13" id="13"/>
          <p:cNvGrpSpPr/>
          <p:nvPr/>
        </p:nvGrpSpPr>
        <p:grpSpPr>
          <a:xfrm rot="0">
            <a:off x="10383829" y="3698213"/>
            <a:ext cx="5636735" cy="1078387"/>
            <a:chOff x="0" y="0"/>
            <a:chExt cx="1484572" cy="284020"/>
          </a:xfrm>
        </p:grpSpPr>
        <p:sp>
          <p:nvSpPr>
            <p:cNvPr name="Freeform 14" id="14"/>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15" id="15"/>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sp>
        <p:nvSpPr>
          <p:cNvPr name="!!S11_Shp16" id="16"/>
          <p:cNvSpPr txBox="true"/>
          <p:nvPr/>
        </p:nvSpPr>
        <p:spPr>
          <a:xfrm rot="0">
            <a:off x="10561082" y="4059607"/>
            <a:ext cx="5282229"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Penulisan Naskah Konten</a:t>
            </a:r>
          </a:p>
        </p:txBody>
      </p:sp>
      <p:grpSp>
        <p:nvGrpSpPr>
          <p:cNvPr name="!!S11_Shp17" id="17"/>
          <p:cNvGrpSpPr/>
          <p:nvPr/>
        </p:nvGrpSpPr>
        <p:grpSpPr>
          <a:xfrm rot="0">
            <a:off x="10456727" y="5012650"/>
            <a:ext cx="5636735" cy="1078387"/>
            <a:chOff x="0" y="0"/>
            <a:chExt cx="1484572" cy="284020"/>
          </a:xfrm>
        </p:grpSpPr>
        <p:sp>
          <p:nvSpPr>
            <p:cNvPr name="Freeform 18" id="18"/>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9" id="19"/>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grpSp>
        <p:nvGrpSpPr>
          <p:cNvPr name="!!S11_Shp20" id="20"/>
          <p:cNvGrpSpPr/>
          <p:nvPr/>
        </p:nvGrpSpPr>
        <p:grpSpPr>
          <a:xfrm rot="0">
            <a:off x="10456727" y="6372092"/>
            <a:ext cx="5636735" cy="1078387"/>
            <a:chOff x="0" y="0"/>
            <a:chExt cx="1484572" cy="284020"/>
          </a:xfrm>
        </p:grpSpPr>
        <p:sp>
          <p:nvSpPr>
            <p:cNvPr name="Freeform 21" id="21"/>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22" id="22"/>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sp>
        <p:nvSpPr>
          <p:cNvPr name="!!S11_Shp23" id="23"/>
          <p:cNvSpPr txBox="true"/>
          <p:nvPr/>
        </p:nvSpPr>
        <p:spPr>
          <a:xfrm rot="0">
            <a:off x="10633980" y="6733485"/>
            <a:ext cx="5282229"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Pengelolaan Media Sosial</a:t>
            </a:r>
          </a:p>
        </p:txBody>
      </p:sp>
      <p:grpSp>
        <p:nvGrpSpPr>
          <p:cNvPr name="!!S11_Shp24" id="24"/>
          <p:cNvGrpSpPr/>
          <p:nvPr/>
        </p:nvGrpSpPr>
        <p:grpSpPr>
          <a:xfrm rot="0">
            <a:off x="10456727" y="7688604"/>
            <a:ext cx="5636735" cy="1078387"/>
            <a:chOff x="0" y="0"/>
            <a:chExt cx="1484572" cy="284020"/>
          </a:xfrm>
        </p:grpSpPr>
        <p:sp>
          <p:nvSpPr>
            <p:cNvPr name="Freeform 25" id="25"/>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6" id="26"/>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grpSp>
        <p:nvGrpSpPr>
          <p:cNvPr name="!!S11_Shp27" id="27"/>
          <p:cNvGrpSpPr/>
          <p:nvPr/>
        </p:nvGrpSpPr>
        <p:grpSpPr>
          <a:xfrm rot="0">
            <a:off x="15766478" y="2515257"/>
            <a:ext cx="684927" cy="725416"/>
            <a:chOff x="0" y="0"/>
            <a:chExt cx="180392" cy="191056"/>
          </a:xfrm>
        </p:grpSpPr>
        <p:sp>
          <p:nvSpPr>
            <p:cNvPr name="Freeform 28" id="28"/>
            <p:cNvSpPr/>
            <p:nvPr/>
          </p:nvSpPr>
          <p:spPr>
            <a:xfrm flipH="false" flipV="false" rot="0">
              <a:off x="0" y="0"/>
              <a:ext cx="180392" cy="191056"/>
            </a:xfrm>
            <a:custGeom>
              <a:avLst/>
              <a:gdLst/>
              <a:ahLst/>
              <a:cxnLst/>
              <a:rect r="r" b="b" t="t" l="l"/>
              <a:pathLst>
                <a:path h="191056" w="180392">
                  <a:moveTo>
                    <a:pt x="90196" y="0"/>
                  </a:moveTo>
                  <a:lnTo>
                    <a:pt x="90196" y="0"/>
                  </a:lnTo>
                  <a:cubicBezTo>
                    <a:pt x="140010" y="0"/>
                    <a:pt x="180392" y="40382"/>
                    <a:pt x="180392" y="90196"/>
                  </a:cubicBezTo>
                  <a:lnTo>
                    <a:pt x="180392" y="100860"/>
                  </a:lnTo>
                  <a:cubicBezTo>
                    <a:pt x="180392" y="124782"/>
                    <a:pt x="170890" y="147723"/>
                    <a:pt x="153974" y="164638"/>
                  </a:cubicBezTo>
                  <a:cubicBezTo>
                    <a:pt x="137059" y="181553"/>
                    <a:pt x="114118" y="191056"/>
                    <a:pt x="90196" y="191056"/>
                  </a:cubicBezTo>
                  <a:lnTo>
                    <a:pt x="90196" y="191056"/>
                  </a:lnTo>
                  <a:cubicBezTo>
                    <a:pt x="40382" y="191056"/>
                    <a:pt x="0" y="150674"/>
                    <a:pt x="0" y="100860"/>
                  </a:cubicBezTo>
                  <a:lnTo>
                    <a:pt x="0" y="90196"/>
                  </a:lnTo>
                  <a:cubicBezTo>
                    <a:pt x="0" y="66275"/>
                    <a:pt x="9503" y="43333"/>
                    <a:pt x="26418" y="26418"/>
                  </a:cubicBezTo>
                  <a:cubicBezTo>
                    <a:pt x="43333" y="9503"/>
                    <a:pt x="66275" y="0"/>
                    <a:pt x="90196"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29" id="29"/>
            <p:cNvSpPr txBox="true"/>
            <p:nvPr/>
          </p:nvSpPr>
          <p:spPr>
            <a:xfrm>
              <a:off x="0" y="-47625"/>
              <a:ext cx="180392" cy="238681"/>
            </a:xfrm>
            <a:prstGeom prst="rect">
              <a:avLst/>
            </a:prstGeom>
          </p:spPr>
          <p:txBody>
            <a:bodyPr anchor="ctr" rtlCol="false" tIns="50800" lIns="50800" bIns="50800" rIns="50800"/>
            <a:lstStyle/>
            <a:p>
              <a:pPr algn="ctr">
                <a:lnSpc>
                  <a:spcPts val="2800"/>
                </a:lnSpc>
              </a:pPr>
            </a:p>
          </p:txBody>
        </p:sp>
      </p:grpSp>
      <p:grpSp>
        <p:nvGrpSpPr>
          <p:cNvPr name="!!S11_Shp30" id="30"/>
          <p:cNvGrpSpPr/>
          <p:nvPr/>
        </p:nvGrpSpPr>
        <p:grpSpPr>
          <a:xfrm rot="0">
            <a:off x="15766478" y="5202113"/>
            <a:ext cx="684927" cy="725416"/>
            <a:chOff x="0" y="0"/>
            <a:chExt cx="180392" cy="191056"/>
          </a:xfrm>
        </p:grpSpPr>
        <p:sp>
          <p:nvSpPr>
            <p:cNvPr name="Freeform 31" id="31"/>
            <p:cNvSpPr/>
            <p:nvPr/>
          </p:nvSpPr>
          <p:spPr>
            <a:xfrm flipH="false" flipV="false" rot="0">
              <a:off x="0" y="0"/>
              <a:ext cx="180392" cy="191056"/>
            </a:xfrm>
            <a:custGeom>
              <a:avLst/>
              <a:gdLst/>
              <a:ahLst/>
              <a:cxnLst/>
              <a:rect r="r" b="b" t="t" l="l"/>
              <a:pathLst>
                <a:path h="191056" w="180392">
                  <a:moveTo>
                    <a:pt x="90196" y="0"/>
                  </a:moveTo>
                  <a:lnTo>
                    <a:pt x="90196" y="0"/>
                  </a:lnTo>
                  <a:cubicBezTo>
                    <a:pt x="140010" y="0"/>
                    <a:pt x="180392" y="40382"/>
                    <a:pt x="180392" y="90196"/>
                  </a:cubicBezTo>
                  <a:lnTo>
                    <a:pt x="180392" y="100860"/>
                  </a:lnTo>
                  <a:cubicBezTo>
                    <a:pt x="180392" y="124782"/>
                    <a:pt x="170890" y="147723"/>
                    <a:pt x="153974" y="164638"/>
                  </a:cubicBezTo>
                  <a:cubicBezTo>
                    <a:pt x="137059" y="181553"/>
                    <a:pt x="114118" y="191056"/>
                    <a:pt x="90196" y="191056"/>
                  </a:cubicBezTo>
                  <a:lnTo>
                    <a:pt x="90196" y="191056"/>
                  </a:lnTo>
                  <a:cubicBezTo>
                    <a:pt x="40382" y="191056"/>
                    <a:pt x="0" y="150674"/>
                    <a:pt x="0" y="100860"/>
                  </a:cubicBezTo>
                  <a:lnTo>
                    <a:pt x="0" y="90196"/>
                  </a:lnTo>
                  <a:cubicBezTo>
                    <a:pt x="0" y="66275"/>
                    <a:pt x="9503" y="43333"/>
                    <a:pt x="26418" y="26418"/>
                  </a:cubicBezTo>
                  <a:cubicBezTo>
                    <a:pt x="43333" y="9503"/>
                    <a:pt x="66275" y="0"/>
                    <a:pt x="90196"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32" id="32"/>
            <p:cNvSpPr txBox="true"/>
            <p:nvPr/>
          </p:nvSpPr>
          <p:spPr>
            <a:xfrm>
              <a:off x="0" y="-47625"/>
              <a:ext cx="180392" cy="238681"/>
            </a:xfrm>
            <a:prstGeom prst="rect">
              <a:avLst/>
            </a:prstGeom>
          </p:spPr>
          <p:txBody>
            <a:bodyPr anchor="ctr" rtlCol="false" tIns="50800" lIns="50800" bIns="50800" rIns="50800"/>
            <a:lstStyle/>
            <a:p>
              <a:pPr algn="ctr">
                <a:lnSpc>
                  <a:spcPts val="2800"/>
                </a:lnSpc>
              </a:pPr>
            </a:p>
          </p:txBody>
        </p:sp>
      </p:grpSp>
      <p:grpSp>
        <p:nvGrpSpPr>
          <p:cNvPr name="!!S11_Shp33" id="33"/>
          <p:cNvGrpSpPr/>
          <p:nvPr/>
        </p:nvGrpSpPr>
        <p:grpSpPr>
          <a:xfrm rot="0">
            <a:off x="15766478" y="7827546"/>
            <a:ext cx="684927" cy="725416"/>
            <a:chOff x="0" y="0"/>
            <a:chExt cx="180392" cy="191056"/>
          </a:xfrm>
        </p:grpSpPr>
        <p:sp>
          <p:nvSpPr>
            <p:cNvPr name="Freeform 34" id="34"/>
            <p:cNvSpPr/>
            <p:nvPr/>
          </p:nvSpPr>
          <p:spPr>
            <a:xfrm flipH="false" flipV="false" rot="0">
              <a:off x="0" y="0"/>
              <a:ext cx="180392" cy="191056"/>
            </a:xfrm>
            <a:custGeom>
              <a:avLst/>
              <a:gdLst/>
              <a:ahLst/>
              <a:cxnLst/>
              <a:rect r="r" b="b" t="t" l="l"/>
              <a:pathLst>
                <a:path h="191056" w="180392">
                  <a:moveTo>
                    <a:pt x="90196" y="0"/>
                  </a:moveTo>
                  <a:lnTo>
                    <a:pt x="90196" y="0"/>
                  </a:lnTo>
                  <a:cubicBezTo>
                    <a:pt x="140010" y="0"/>
                    <a:pt x="180392" y="40382"/>
                    <a:pt x="180392" y="90196"/>
                  </a:cubicBezTo>
                  <a:lnTo>
                    <a:pt x="180392" y="100860"/>
                  </a:lnTo>
                  <a:cubicBezTo>
                    <a:pt x="180392" y="124782"/>
                    <a:pt x="170890" y="147723"/>
                    <a:pt x="153974" y="164638"/>
                  </a:cubicBezTo>
                  <a:cubicBezTo>
                    <a:pt x="137059" y="181553"/>
                    <a:pt x="114118" y="191056"/>
                    <a:pt x="90196" y="191056"/>
                  </a:cubicBezTo>
                  <a:lnTo>
                    <a:pt x="90196" y="191056"/>
                  </a:lnTo>
                  <a:cubicBezTo>
                    <a:pt x="40382" y="191056"/>
                    <a:pt x="0" y="150674"/>
                    <a:pt x="0" y="100860"/>
                  </a:cubicBezTo>
                  <a:lnTo>
                    <a:pt x="0" y="90196"/>
                  </a:lnTo>
                  <a:cubicBezTo>
                    <a:pt x="0" y="66275"/>
                    <a:pt x="9503" y="43333"/>
                    <a:pt x="26418" y="26418"/>
                  </a:cubicBezTo>
                  <a:cubicBezTo>
                    <a:pt x="43333" y="9503"/>
                    <a:pt x="66275" y="0"/>
                    <a:pt x="90196"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35" id="35"/>
            <p:cNvSpPr txBox="true"/>
            <p:nvPr/>
          </p:nvSpPr>
          <p:spPr>
            <a:xfrm>
              <a:off x="0" y="-47625"/>
              <a:ext cx="180392" cy="238681"/>
            </a:xfrm>
            <a:prstGeom prst="rect">
              <a:avLst/>
            </a:prstGeom>
          </p:spPr>
          <p:txBody>
            <a:bodyPr anchor="ctr" rtlCol="false" tIns="50800" lIns="50800" bIns="50800" rIns="50800"/>
            <a:lstStyle/>
            <a:p>
              <a:pPr algn="ctr">
                <a:lnSpc>
                  <a:spcPts val="2800"/>
                </a:lnSpc>
              </a:pPr>
            </a:p>
          </p:txBody>
        </p:sp>
      </p:grpSp>
      <p:grpSp>
        <p:nvGrpSpPr>
          <p:cNvPr name="!!S11_Shp36" id="36"/>
          <p:cNvGrpSpPr/>
          <p:nvPr/>
        </p:nvGrpSpPr>
        <p:grpSpPr>
          <a:xfrm rot="0">
            <a:off x="10015530" y="3884224"/>
            <a:ext cx="692303" cy="725416"/>
            <a:chOff x="0" y="0"/>
            <a:chExt cx="182335" cy="191056"/>
          </a:xfrm>
        </p:grpSpPr>
        <p:sp>
          <p:nvSpPr>
            <p:cNvPr name="Freeform 37" id="37"/>
            <p:cNvSpPr/>
            <p:nvPr/>
          </p:nvSpPr>
          <p:spPr>
            <a:xfrm flipH="false" flipV="false" rot="0">
              <a:off x="0" y="0"/>
              <a:ext cx="182335" cy="191056"/>
            </a:xfrm>
            <a:custGeom>
              <a:avLst/>
              <a:gdLst/>
              <a:ahLst/>
              <a:cxnLst/>
              <a:rect r="r" b="b" t="t" l="l"/>
              <a:pathLst>
                <a:path h="191056" w="182335">
                  <a:moveTo>
                    <a:pt x="91167" y="0"/>
                  </a:moveTo>
                  <a:lnTo>
                    <a:pt x="91167" y="0"/>
                  </a:lnTo>
                  <a:cubicBezTo>
                    <a:pt x="115347" y="0"/>
                    <a:pt x="138535" y="9605"/>
                    <a:pt x="155633" y="26702"/>
                  </a:cubicBezTo>
                  <a:cubicBezTo>
                    <a:pt x="172730" y="43800"/>
                    <a:pt x="182335" y="66988"/>
                    <a:pt x="182335" y="91167"/>
                  </a:cubicBezTo>
                  <a:lnTo>
                    <a:pt x="182335" y="99889"/>
                  </a:lnTo>
                  <a:cubicBezTo>
                    <a:pt x="182335" y="124068"/>
                    <a:pt x="172730" y="147257"/>
                    <a:pt x="155633" y="164354"/>
                  </a:cubicBezTo>
                  <a:cubicBezTo>
                    <a:pt x="138535" y="181451"/>
                    <a:pt x="115347" y="191056"/>
                    <a:pt x="91167" y="191056"/>
                  </a:cubicBezTo>
                  <a:lnTo>
                    <a:pt x="91167" y="191056"/>
                  </a:lnTo>
                  <a:cubicBezTo>
                    <a:pt x="66988" y="191056"/>
                    <a:pt x="43800" y="181451"/>
                    <a:pt x="26702" y="164354"/>
                  </a:cubicBezTo>
                  <a:cubicBezTo>
                    <a:pt x="9605" y="147257"/>
                    <a:pt x="0" y="124068"/>
                    <a:pt x="0" y="99889"/>
                  </a:cubicBezTo>
                  <a:lnTo>
                    <a:pt x="0" y="91167"/>
                  </a:lnTo>
                  <a:cubicBezTo>
                    <a:pt x="0" y="66988"/>
                    <a:pt x="9605" y="43800"/>
                    <a:pt x="26702" y="26702"/>
                  </a:cubicBezTo>
                  <a:cubicBezTo>
                    <a:pt x="43800" y="9605"/>
                    <a:pt x="66988" y="0"/>
                    <a:pt x="91167"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8" id="38"/>
            <p:cNvSpPr txBox="true"/>
            <p:nvPr/>
          </p:nvSpPr>
          <p:spPr>
            <a:xfrm>
              <a:off x="0" y="-47625"/>
              <a:ext cx="182335" cy="238681"/>
            </a:xfrm>
            <a:prstGeom prst="rect">
              <a:avLst/>
            </a:prstGeom>
          </p:spPr>
          <p:txBody>
            <a:bodyPr anchor="ctr" rtlCol="false" tIns="50800" lIns="50800" bIns="50800" rIns="50800"/>
            <a:lstStyle/>
            <a:p>
              <a:pPr algn="ctr">
                <a:lnSpc>
                  <a:spcPts val="2800"/>
                </a:lnSpc>
              </a:pPr>
            </a:p>
          </p:txBody>
        </p:sp>
      </p:grpSp>
      <p:grpSp>
        <p:nvGrpSpPr>
          <p:cNvPr name="!!S11_Shp39" id="39"/>
          <p:cNvGrpSpPr/>
          <p:nvPr/>
        </p:nvGrpSpPr>
        <p:grpSpPr>
          <a:xfrm rot="0">
            <a:off x="10025979" y="6557762"/>
            <a:ext cx="692303" cy="725416"/>
            <a:chOff x="0" y="0"/>
            <a:chExt cx="182335" cy="191056"/>
          </a:xfrm>
        </p:grpSpPr>
        <p:sp>
          <p:nvSpPr>
            <p:cNvPr name="Freeform 40" id="40"/>
            <p:cNvSpPr/>
            <p:nvPr/>
          </p:nvSpPr>
          <p:spPr>
            <a:xfrm flipH="false" flipV="false" rot="0">
              <a:off x="0" y="0"/>
              <a:ext cx="182335" cy="191056"/>
            </a:xfrm>
            <a:custGeom>
              <a:avLst/>
              <a:gdLst/>
              <a:ahLst/>
              <a:cxnLst/>
              <a:rect r="r" b="b" t="t" l="l"/>
              <a:pathLst>
                <a:path h="191056" w="182335">
                  <a:moveTo>
                    <a:pt x="91167" y="0"/>
                  </a:moveTo>
                  <a:lnTo>
                    <a:pt x="91167" y="0"/>
                  </a:lnTo>
                  <a:cubicBezTo>
                    <a:pt x="115347" y="0"/>
                    <a:pt x="138535" y="9605"/>
                    <a:pt x="155633" y="26702"/>
                  </a:cubicBezTo>
                  <a:cubicBezTo>
                    <a:pt x="172730" y="43800"/>
                    <a:pt x="182335" y="66988"/>
                    <a:pt x="182335" y="91167"/>
                  </a:cubicBezTo>
                  <a:lnTo>
                    <a:pt x="182335" y="99889"/>
                  </a:lnTo>
                  <a:cubicBezTo>
                    <a:pt x="182335" y="124068"/>
                    <a:pt x="172730" y="147257"/>
                    <a:pt x="155633" y="164354"/>
                  </a:cubicBezTo>
                  <a:cubicBezTo>
                    <a:pt x="138535" y="181451"/>
                    <a:pt x="115347" y="191056"/>
                    <a:pt x="91167" y="191056"/>
                  </a:cubicBezTo>
                  <a:lnTo>
                    <a:pt x="91167" y="191056"/>
                  </a:lnTo>
                  <a:cubicBezTo>
                    <a:pt x="66988" y="191056"/>
                    <a:pt x="43800" y="181451"/>
                    <a:pt x="26702" y="164354"/>
                  </a:cubicBezTo>
                  <a:cubicBezTo>
                    <a:pt x="9605" y="147257"/>
                    <a:pt x="0" y="124068"/>
                    <a:pt x="0" y="99889"/>
                  </a:cubicBezTo>
                  <a:lnTo>
                    <a:pt x="0" y="91167"/>
                  </a:lnTo>
                  <a:cubicBezTo>
                    <a:pt x="0" y="66988"/>
                    <a:pt x="9605" y="43800"/>
                    <a:pt x="26702" y="26702"/>
                  </a:cubicBezTo>
                  <a:cubicBezTo>
                    <a:pt x="43800" y="9605"/>
                    <a:pt x="66988" y="0"/>
                    <a:pt x="91167"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41" id="41"/>
            <p:cNvSpPr txBox="true"/>
            <p:nvPr/>
          </p:nvSpPr>
          <p:spPr>
            <a:xfrm>
              <a:off x="0" y="-47625"/>
              <a:ext cx="182335" cy="238681"/>
            </a:xfrm>
            <a:prstGeom prst="rect">
              <a:avLst/>
            </a:prstGeom>
          </p:spPr>
          <p:txBody>
            <a:bodyPr anchor="ctr" rtlCol="false" tIns="50800" lIns="50800" bIns="50800" rIns="50800"/>
            <a:lstStyle/>
            <a:p>
              <a:pPr algn="ctr">
                <a:lnSpc>
                  <a:spcPts val="2800"/>
                </a:lnSpc>
              </a:pPr>
            </a:p>
          </p:txBody>
        </p:sp>
      </p:grpSp>
      <p:sp>
        <p:nvSpPr>
          <p:cNvPr name="!!S11_Shp42" id="42"/>
          <p:cNvSpPr/>
          <p:nvPr/>
        </p:nvSpPr>
        <p:spPr>
          <a:xfrm flipH="false" flipV="false" rot="0">
            <a:off x="2415041" y="1467990"/>
            <a:ext cx="1686600" cy="1686600"/>
          </a:xfrm>
          <a:custGeom>
            <a:avLst/>
            <a:gdLst/>
            <a:ahLst/>
            <a:cxnLst/>
            <a:rect r="r" b="b" t="t" l="l"/>
            <a:pathLst>
              <a:path h="1686600" w="1686600">
                <a:moveTo>
                  <a:pt x="0" y="0"/>
                </a:moveTo>
                <a:lnTo>
                  <a:pt x="1686600" y="0"/>
                </a:lnTo>
                <a:lnTo>
                  <a:pt x="1686600" y="1686599"/>
                </a:lnTo>
                <a:lnTo>
                  <a:pt x="0" y="16865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11_Shp43" id="43"/>
          <p:cNvGrpSpPr/>
          <p:nvPr/>
        </p:nvGrpSpPr>
        <p:grpSpPr>
          <a:xfrm rot="0">
            <a:off x="3362210" y="2653097"/>
            <a:ext cx="5540749" cy="3517179"/>
            <a:chOff x="0" y="0"/>
            <a:chExt cx="1459292" cy="926335"/>
          </a:xfrm>
        </p:grpSpPr>
        <p:sp>
          <p:nvSpPr>
            <p:cNvPr name="Freeform 44" id="44"/>
            <p:cNvSpPr/>
            <p:nvPr/>
          </p:nvSpPr>
          <p:spPr>
            <a:xfrm flipH="false" flipV="false" rot="0">
              <a:off x="0" y="0"/>
              <a:ext cx="1459292" cy="926335"/>
            </a:xfrm>
            <a:custGeom>
              <a:avLst/>
              <a:gdLst/>
              <a:ahLst/>
              <a:cxnLst/>
              <a:rect r="r" b="b" t="t" l="l"/>
              <a:pathLst>
                <a:path h="926335" w="1459292">
                  <a:moveTo>
                    <a:pt x="18165" y="0"/>
                  </a:moveTo>
                  <a:lnTo>
                    <a:pt x="1441127" y="0"/>
                  </a:lnTo>
                  <a:cubicBezTo>
                    <a:pt x="1451159" y="0"/>
                    <a:pt x="1459292" y="8133"/>
                    <a:pt x="1459292" y="18165"/>
                  </a:cubicBezTo>
                  <a:lnTo>
                    <a:pt x="1459292" y="908171"/>
                  </a:lnTo>
                  <a:cubicBezTo>
                    <a:pt x="1459292" y="918203"/>
                    <a:pt x="1451159" y="926335"/>
                    <a:pt x="1441127" y="926335"/>
                  </a:cubicBezTo>
                  <a:lnTo>
                    <a:pt x="18165" y="926335"/>
                  </a:lnTo>
                  <a:cubicBezTo>
                    <a:pt x="8133" y="926335"/>
                    <a:pt x="0" y="918203"/>
                    <a:pt x="0" y="908171"/>
                  </a:cubicBezTo>
                  <a:lnTo>
                    <a:pt x="0" y="18165"/>
                  </a:lnTo>
                  <a:cubicBezTo>
                    <a:pt x="0" y="8133"/>
                    <a:pt x="8133" y="0"/>
                    <a:pt x="18165"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45" id="45"/>
            <p:cNvSpPr txBox="true"/>
            <p:nvPr/>
          </p:nvSpPr>
          <p:spPr>
            <a:xfrm>
              <a:off x="0" y="-47625"/>
              <a:ext cx="1459292" cy="973960"/>
            </a:xfrm>
            <a:prstGeom prst="rect">
              <a:avLst/>
            </a:prstGeom>
          </p:spPr>
          <p:txBody>
            <a:bodyPr anchor="ctr" rtlCol="false" tIns="50800" lIns="50800" bIns="50800" rIns="50800"/>
            <a:lstStyle/>
            <a:p>
              <a:pPr algn="ctr">
                <a:lnSpc>
                  <a:spcPts val="2800"/>
                </a:lnSpc>
              </a:pPr>
            </a:p>
          </p:txBody>
        </p:sp>
      </p:grpSp>
      <p:grpSp>
        <p:nvGrpSpPr>
          <p:cNvPr name="!!S11_Shp46" id="46"/>
          <p:cNvGrpSpPr/>
          <p:nvPr/>
        </p:nvGrpSpPr>
        <p:grpSpPr>
          <a:xfrm rot="0">
            <a:off x="2855386" y="1890573"/>
            <a:ext cx="5819964" cy="4040958"/>
            <a:chOff x="0" y="0"/>
            <a:chExt cx="596757" cy="414345"/>
          </a:xfrm>
        </p:grpSpPr>
        <p:sp>
          <p:nvSpPr>
            <p:cNvPr name="Freeform 47" id="47"/>
            <p:cNvSpPr/>
            <p:nvPr/>
          </p:nvSpPr>
          <p:spPr>
            <a:xfrm flipH="false" flipV="false" rot="0">
              <a:off x="0" y="0"/>
              <a:ext cx="596757" cy="414345"/>
            </a:xfrm>
            <a:custGeom>
              <a:avLst/>
              <a:gdLst/>
              <a:ahLst/>
              <a:cxnLst/>
              <a:rect r="r" b="b" t="t" l="l"/>
              <a:pathLst>
                <a:path h="414345" w="596757">
                  <a:moveTo>
                    <a:pt x="23944" y="0"/>
                  </a:moveTo>
                  <a:lnTo>
                    <a:pt x="572813" y="0"/>
                  </a:lnTo>
                  <a:cubicBezTo>
                    <a:pt x="586037" y="0"/>
                    <a:pt x="596757" y="10720"/>
                    <a:pt x="596757" y="23944"/>
                  </a:cubicBezTo>
                  <a:lnTo>
                    <a:pt x="596757" y="390401"/>
                  </a:lnTo>
                  <a:cubicBezTo>
                    <a:pt x="596757" y="403625"/>
                    <a:pt x="586037" y="414345"/>
                    <a:pt x="572813" y="414345"/>
                  </a:cubicBezTo>
                  <a:lnTo>
                    <a:pt x="23944" y="414345"/>
                  </a:lnTo>
                  <a:cubicBezTo>
                    <a:pt x="17594" y="414345"/>
                    <a:pt x="11504" y="411822"/>
                    <a:pt x="7013" y="407332"/>
                  </a:cubicBezTo>
                  <a:cubicBezTo>
                    <a:pt x="2523" y="402841"/>
                    <a:pt x="0" y="396751"/>
                    <a:pt x="0" y="390401"/>
                  </a:cubicBezTo>
                  <a:lnTo>
                    <a:pt x="0" y="23944"/>
                  </a:lnTo>
                  <a:cubicBezTo>
                    <a:pt x="0" y="17594"/>
                    <a:pt x="2523" y="11504"/>
                    <a:pt x="7013" y="7013"/>
                  </a:cubicBezTo>
                  <a:cubicBezTo>
                    <a:pt x="11504" y="2523"/>
                    <a:pt x="17594" y="0"/>
                    <a:pt x="23944" y="0"/>
                  </a:cubicBezTo>
                  <a:close/>
                </a:path>
              </a:pathLst>
            </a:custGeom>
            <a:blipFill>
              <a:blip r:embed="rId5"/>
              <a:stretch>
                <a:fillRect l="-2107" t="0" r="-2107" b="0"/>
              </a:stretch>
            </a:blipFill>
            <a:ln w="47625" cap="sq">
              <a:gradFill>
                <a:gsLst>
                  <a:gs pos="0">
                    <a:srgbClr val="19621D">
                      <a:alpha val="100000"/>
                    </a:srgbClr>
                  </a:gs>
                  <a:gs pos="100000">
                    <a:srgbClr val="0A3931">
                      <a:alpha val="100000"/>
                    </a:srgbClr>
                  </a:gs>
                </a:gsLst>
                <a:lin ang="2700000"/>
              </a:gradFill>
              <a:prstDash val="solid"/>
              <a:miter/>
            </a:ln>
          </p:spPr>
        </p:sp>
      </p:grpSp>
      <p:sp>
        <p:nvSpPr>
          <p:cNvPr name="!!S11_Shp48" id="48"/>
          <p:cNvSpPr/>
          <p:nvPr/>
        </p:nvSpPr>
        <p:spPr>
          <a:xfrm flipH="false" flipV="false" rot="0">
            <a:off x="-9620100" y="-442321"/>
            <a:ext cx="11171642" cy="11171642"/>
          </a:xfrm>
          <a:custGeom>
            <a:avLst/>
            <a:gdLst/>
            <a:ahLst/>
            <a:cxnLst/>
            <a:rect r="r" b="b" t="t" l="l"/>
            <a:pathLst>
              <a:path h="11171642" w="11171642">
                <a:moveTo>
                  <a:pt x="0" y="0"/>
                </a:moveTo>
                <a:lnTo>
                  <a:pt x="11171642" y="0"/>
                </a:lnTo>
                <a:lnTo>
                  <a:pt x="11171642" y="11171642"/>
                </a:lnTo>
                <a:lnTo>
                  <a:pt x="0" y="111716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S11_Shp49" id="49"/>
          <p:cNvSpPr/>
          <p:nvPr/>
        </p:nvSpPr>
        <p:spPr>
          <a:xfrm flipH="false" flipV="false" rot="0">
            <a:off x="15859023" y="2693824"/>
            <a:ext cx="468877" cy="368282"/>
          </a:xfrm>
          <a:custGeom>
            <a:avLst/>
            <a:gdLst/>
            <a:ahLst/>
            <a:cxnLst/>
            <a:rect r="r" b="b" t="t" l="l"/>
            <a:pathLst>
              <a:path h="368282" w="468877">
                <a:moveTo>
                  <a:pt x="0" y="0"/>
                </a:moveTo>
                <a:lnTo>
                  <a:pt x="468878" y="0"/>
                </a:lnTo>
                <a:lnTo>
                  <a:pt x="468878" y="368282"/>
                </a:lnTo>
                <a:lnTo>
                  <a:pt x="0" y="368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S11_Shp50" id="50"/>
          <p:cNvSpPr/>
          <p:nvPr/>
        </p:nvSpPr>
        <p:spPr>
          <a:xfrm flipH="false" flipV="false" rot="0">
            <a:off x="15843310" y="5380680"/>
            <a:ext cx="468877" cy="368282"/>
          </a:xfrm>
          <a:custGeom>
            <a:avLst/>
            <a:gdLst/>
            <a:ahLst/>
            <a:cxnLst/>
            <a:rect r="r" b="b" t="t" l="l"/>
            <a:pathLst>
              <a:path h="368282" w="468877">
                <a:moveTo>
                  <a:pt x="0" y="0"/>
                </a:moveTo>
                <a:lnTo>
                  <a:pt x="468878" y="0"/>
                </a:lnTo>
                <a:lnTo>
                  <a:pt x="468878" y="368282"/>
                </a:lnTo>
                <a:lnTo>
                  <a:pt x="0" y="368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S11_Shp51" id="51"/>
          <p:cNvSpPr/>
          <p:nvPr/>
        </p:nvSpPr>
        <p:spPr>
          <a:xfrm flipH="false" flipV="false" rot="0">
            <a:off x="15859023" y="8043656"/>
            <a:ext cx="468877" cy="368282"/>
          </a:xfrm>
          <a:custGeom>
            <a:avLst/>
            <a:gdLst/>
            <a:ahLst/>
            <a:cxnLst/>
            <a:rect r="r" b="b" t="t" l="l"/>
            <a:pathLst>
              <a:path h="368282" w="468877">
                <a:moveTo>
                  <a:pt x="0" y="0"/>
                </a:moveTo>
                <a:lnTo>
                  <a:pt x="468878" y="0"/>
                </a:lnTo>
                <a:lnTo>
                  <a:pt x="468878" y="368282"/>
                </a:lnTo>
                <a:lnTo>
                  <a:pt x="0" y="368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S11_Shp52" id="52"/>
          <p:cNvSpPr/>
          <p:nvPr/>
        </p:nvSpPr>
        <p:spPr>
          <a:xfrm flipH="true" flipV="false" rot="0">
            <a:off x="10127243" y="4062791"/>
            <a:ext cx="468877" cy="368282"/>
          </a:xfrm>
          <a:custGeom>
            <a:avLst/>
            <a:gdLst/>
            <a:ahLst/>
            <a:cxnLst/>
            <a:rect r="r" b="b" t="t" l="l"/>
            <a:pathLst>
              <a:path h="368282" w="468877">
                <a:moveTo>
                  <a:pt x="468878" y="0"/>
                </a:moveTo>
                <a:lnTo>
                  <a:pt x="0" y="0"/>
                </a:lnTo>
                <a:lnTo>
                  <a:pt x="0" y="368282"/>
                </a:lnTo>
                <a:lnTo>
                  <a:pt x="468878" y="368282"/>
                </a:lnTo>
                <a:lnTo>
                  <a:pt x="468878"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S11_Shp53" id="53"/>
          <p:cNvSpPr/>
          <p:nvPr/>
        </p:nvSpPr>
        <p:spPr>
          <a:xfrm flipH="true" flipV="false" rot="0">
            <a:off x="10149390" y="6738737"/>
            <a:ext cx="468877" cy="368282"/>
          </a:xfrm>
          <a:custGeom>
            <a:avLst/>
            <a:gdLst/>
            <a:ahLst/>
            <a:cxnLst/>
            <a:rect r="r" b="b" t="t" l="l"/>
            <a:pathLst>
              <a:path h="368282" w="468877">
                <a:moveTo>
                  <a:pt x="468877" y="0"/>
                </a:moveTo>
                <a:lnTo>
                  <a:pt x="0" y="0"/>
                </a:lnTo>
                <a:lnTo>
                  <a:pt x="0" y="368282"/>
                </a:lnTo>
                <a:lnTo>
                  <a:pt x="468877" y="368282"/>
                </a:lnTo>
                <a:lnTo>
                  <a:pt x="468877"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S11_Shp54" id="54"/>
          <p:cNvSpPr txBox="true"/>
          <p:nvPr/>
        </p:nvSpPr>
        <p:spPr>
          <a:xfrm rot="0">
            <a:off x="2833764" y="8136256"/>
            <a:ext cx="6622323"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KREATIF</a:t>
            </a:r>
          </a:p>
        </p:txBody>
      </p:sp>
      <p:sp>
        <p:nvSpPr>
          <p:cNvPr name="!!Persistent_PageNumber" id="55"/>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11</a:t>
            </a:r>
          </a:p>
        </p:txBody>
      </p:sp>
      <p:sp>
        <p:nvSpPr>
          <p:cNvPr name="!!Persistent_HeaderTitle" id="56"/>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11_Shp57" id="57"/>
          <p:cNvSpPr txBox="true"/>
          <p:nvPr/>
        </p:nvSpPr>
        <p:spPr>
          <a:xfrm rot="0">
            <a:off x="2855386" y="7054137"/>
            <a:ext cx="6140970"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LAYANAN</a:t>
            </a:r>
          </a:p>
        </p:txBody>
      </p:sp>
      <p:sp>
        <p:nvSpPr>
          <p:cNvPr name="!!S11_Shp58" id="58"/>
          <p:cNvSpPr txBox="true"/>
          <p:nvPr/>
        </p:nvSpPr>
        <p:spPr>
          <a:xfrm rot="0">
            <a:off x="10645384" y="2605472"/>
            <a:ext cx="4873611"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Per</a:t>
            </a:r>
            <a:r>
              <a:rPr lang="en-US" b="true" sz="2499">
                <a:solidFill>
                  <a:srgbClr val="082009"/>
                </a:solidFill>
                <a:latin typeface="Fira Sans Bold"/>
                <a:ea typeface="Fira Sans Bold"/>
                <a:cs typeface="Fira Sans Bold"/>
                <a:sym typeface="Fira Sans Bold"/>
              </a:rPr>
              <a:t>encanaan Konten</a:t>
            </a:r>
          </a:p>
        </p:txBody>
      </p:sp>
      <p:sp>
        <p:nvSpPr>
          <p:cNvPr name="!!S11_Shp59" id="59"/>
          <p:cNvSpPr txBox="true"/>
          <p:nvPr/>
        </p:nvSpPr>
        <p:spPr>
          <a:xfrm rot="0">
            <a:off x="10718282" y="5279350"/>
            <a:ext cx="4873611"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Produksi</a:t>
            </a:r>
            <a:r>
              <a:rPr lang="en-US" b="true" sz="2499">
                <a:solidFill>
                  <a:srgbClr val="082009"/>
                </a:solidFill>
                <a:latin typeface="Fira Sans Bold"/>
                <a:ea typeface="Fira Sans Bold"/>
                <a:cs typeface="Fira Sans Bold"/>
                <a:sym typeface="Fira Sans Bold"/>
              </a:rPr>
              <a:t> Konten Foto dan Video</a:t>
            </a:r>
          </a:p>
        </p:txBody>
      </p:sp>
      <p:sp>
        <p:nvSpPr>
          <p:cNvPr name="!!S11_Shp60" id="60"/>
          <p:cNvSpPr txBox="true"/>
          <p:nvPr/>
        </p:nvSpPr>
        <p:spPr>
          <a:xfrm rot="0">
            <a:off x="10718282" y="7955304"/>
            <a:ext cx="4873611"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Peng</a:t>
            </a:r>
            <a:r>
              <a:rPr lang="en-US" b="true" sz="2499">
                <a:solidFill>
                  <a:srgbClr val="082009"/>
                </a:solidFill>
                <a:latin typeface="Fira Sans Bold"/>
                <a:ea typeface="Fira Sans Bold"/>
                <a:cs typeface="Fira Sans Bold"/>
                <a:sym typeface="Fira Sans Bold"/>
              </a:rPr>
              <a:t>embangan Konten Promosi</a:t>
            </a:r>
          </a:p>
        </p:txBody>
      </p:sp>
      <p:grpSp>
        <p:nvGrpSpPr>
          <p:cNvPr name="!!S12_Shp7" id="150"/>
          <p:cNvGrpSpPr/>
          <p:nvPr/>
        </p:nvGrpSpPr>
        <p:grpSpPr>
          <a:xfrm rot="0">
            <a:off x="2185345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12_Shp10" id="151"/>
          <p:cNvGrpSpPr/>
          <p:nvPr/>
        </p:nvGrpSpPr>
        <p:grpSpPr>
          <a:xfrm rot="0">
            <a:off x="17065253" y="13517511"/>
            <a:ext cx="14354472" cy="3042150"/>
            <a:chOff x="0" y="0"/>
            <a:chExt cx="3780602" cy="801225"/>
          </a:xfrm>
        </p:grpSpPr>
        <p:sp>
          <p:nvSpPr>
            <p:cNvPr name="Freeform 11" id="11"/>
            <p:cNvSpPr/>
            <p:nvPr/>
          </p:nvSpPr>
          <p:spPr>
            <a:xfrm flipH="false" flipV="false" rot="0">
              <a:off x="0" y="0"/>
              <a:ext cx="3780602" cy="801225"/>
            </a:xfrm>
            <a:custGeom>
              <a:avLst/>
              <a:gdLst/>
              <a:ahLst/>
              <a:cxnLst/>
              <a:rect r="r" b="b" t="t" l="l"/>
              <a:pathLst>
                <a:path h="801225" w="3780602">
                  <a:moveTo>
                    <a:pt x="7011" y="0"/>
                  </a:moveTo>
                  <a:lnTo>
                    <a:pt x="3773590" y="0"/>
                  </a:lnTo>
                  <a:cubicBezTo>
                    <a:pt x="3777463" y="0"/>
                    <a:pt x="3780602" y="3139"/>
                    <a:pt x="3780602" y="7011"/>
                  </a:cubicBezTo>
                  <a:lnTo>
                    <a:pt x="3780602" y="794213"/>
                  </a:lnTo>
                  <a:cubicBezTo>
                    <a:pt x="3780602" y="796073"/>
                    <a:pt x="3779863" y="797856"/>
                    <a:pt x="3778548" y="799171"/>
                  </a:cubicBezTo>
                  <a:cubicBezTo>
                    <a:pt x="3777233" y="800486"/>
                    <a:pt x="3775450" y="801225"/>
                    <a:pt x="3773590" y="801225"/>
                  </a:cubicBezTo>
                  <a:lnTo>
                    <a:pt x="7011" y="801225"/>
                  </a:lnTo>
                  <a:cubicBezTo>
                    <a:pt x="3139" y="801225"/>
                    <a:pt x="0" y="798086"/>
                    <a:pt x="0" y="794213"/>
                  </a:cubicBezTo>
                  <a:lnTo>
                    <a:pt x="0" y="7011"/>
                  </a:lnTo>
                  <a:cubicBezTo>
                    <a:pt x="0" y="5152"/>
                    <a:pt x="739" y="3368"/>
                    <a:pt x="2054" y="2054"/>
                  </a:cubicBezTo>
                  <a:cubicBezTo>
                    <a:pt x="3368" y="739"/>
                    <a:pt x="5152" y="0"/>
                    <a:pt x="7011"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12" id="12"/>
            <p:cNvSpPr txBox="true"/>
            <p:nvPr/>
          </p:nvSpPr>
          <p:spPr>
            <a:xfrm>
              <a:off x="0" y="-47625"/>
              <a:ext cx="3780602" cy="848850"/>
            </a:xfrm>
            <a:prstGeom prst="rect">
              <a:avLst/>
            </a:prstGeom>
          </p:spPr>
          <p:txBody>
            <a:bodyPr anchor="ctr" rtlCol="false" tIns="50800" lIns="50800" bIns="50800" rIns="50800"/>
            <a:lstStyle/>
            <a:p>
              <a:pPr algn="ctr">
                <a:lnSpc>
                  <a:spcPts val="2800"/>
                </a:lnSpc>
              </a:pPr>
            </a:p>
          </p:txBody>
        </p:sp>
      </p:grpSp>
      <p:sp>
        <p:nvSpPr>
          <p:cNvPr name="!!S12_Shp13" id="152"/>
          <p:cNvSpPr/>
          <p:nvPr/>
        </p:nvSpPr>
        <p:spPr>
          <a:xfrm flipH="false" flipV="false" rot="0">
            <a:off x="17804404" y="12954224"/>
            <a:ext cx="540130" cy="583638"/>
          </a:xfrm>
          <a:custGeom>
            <a:avLst/>
            <a:gdLst/>
            <a:ahLst/>
            <a:cxnLst/>
            <a:rect r="r" b="b" t="t" l="l"/>
            <a:pathLst>
              <a:path h="583638" w="540130">
                <a:moveTo>
                  <a:pt x="0" y="0"/>
                </a:moveTo>
                <a:lnTo>
                  <a:pt x="540130" y="0"/>
                </a:lnTo>
                <a:lnTo>
                  <a:pt x="540130" y="583638"/>
                </a:lnTo>
                <a:lnTo>
                  <a:pt x="0" y="5836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2_Shp14" id="153"/>
          <p:cNvSpPr/>
          <p:nvPr/>
        </p:nvSpPr>
        <p:spPr>
          <a:xfrm flipH="false" flipV="false" rot="0">
            <a:off x="17804404" y="13213014"/>
            <a:ext cx="540130" cy="425230"/>
          </a:xfrm>
          <a:custGeom>
            <a:avLst/>
            <a:gdLst/>
            <a:ahLst/>
            <a:cxnLst/>
            <a:rect r="r" b="b" t="t" l="l"/>
            <a:pathLst>
              <a:path h="425230" w="540130">
                <a:moveTo>
                  <a:pt x="0" y="0"/>
                </a:moveTo>
                <a:lnTo>
                  <a:pt x="540130" y="0"/>
                </a:lnTo>
                <a:lnTo>
                  <a:pt x="540130" y="425230"/>
                </a:lnTo>
                <a:lnTo>
                  <a:pt x="0" y="4252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12_Shp15" id="154"/>
          <p:cNvSpPr/>
          <p:nvPr/>
        </p:nvSpPr>
        <p:spPr>
          <a:xfrm flipH="false" flipV="false" rot="0">
            <a:off x="24947765" y="13213014"/>
            <a:ext cx="564787" cy="539115"/>
          </a:xfrm>
          <a:custGeom>
            <a:avLst/>
            <a:gdLst/>
            <a:ahLst/>
            <a:cxnLst/>
            <a:rect r="r" b="b" t="t" l="l"/>
            <a:pathLst>
              <a:path h="539115" w="564787">
                <a:moveTo>
                  <a:pt x="0" y="0"/>
                </a:moveTo>
                <a:lnTo>
                  <a:pt x="564787" y="0"/>
                </a:lnTo>
                <a:lnTo>
                  <a:pt x="564787" y="539115"/>
                </a:lnTo>
                <a:lnTo>
                  <a:pt x="0" y="5391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12_Shp16" id="155"/>
          <p:cNvSpPr/>
          <p:nvPr/>
        </p:nvSpPr>
        <p:spPr>
          <a:xfrm flipH="false" flipV="false" rot="0">
            <a:off x="24896537" y="12954224"/>
            <a:ext cx="568391" cy="568391"/>
          </a:xfrm>
          <a:custGeom>
            <a:avLst/>
            <a:gdLst/>
            <a:ahLst/>
            <a:cxnLst/>
            <a:rect r="r" b="b" t="t" l="l"/>
            <a:pathLst>
              <a:path h="568391" w="568391">
                <a:moveTo>
                  <a:pt x="0" y="0"/>
                </a:moveTo>
                <a:lnTo>
                  <a:pt x="568390" y="0"/>
                </a:lnTo>
                <a:lnTo>
                  <a:pt x="568390" y="568391"/>
                </a:lnTo>
                <a:lnTo>
                  <a:pt x="0" y="56839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S12_Shp17" id="156"/>
          <p:cNvSpPr/>
          <p:nvPr/>
        </p:nvSpPr>
        <p:spPr>
          <a:xfrm flipH="false" flipV="false" rot="0">
            <a:off x="21667900" y="-442321"/>
            <a:ext cx="11171642" cy="11171642"/>
          </a:xfrm>
          <a:custGeom>
            <a:avLst/>
            <a:gdLst/>
            <a:ahLst/>
            <a:cxnLst/>
            <a:rect r="r" b="b" t="t" l="l"/>
            <a:pathLst>
              <a:path h="11171642" w="11171642">
                <a:moveTo>
                  <a:pt x="0" y="0"/>
                </a:moveTo>
                <a:lnTo>
                  <a:pt x="11171642" y="0"/>
                </a:lnTo>
                <a:lnTo>
                  <a:pt x="11171642" y="11171642"/>
                </a:lnTo>
                <a:lnTo>
                  <a:pt x="0" y="111716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sp>
        <p:nvSpPr>
          <p:cNvPr name="!!S12_Shp18" id="157"/>
          <p:cNvSpPr/>
          <p:nvPr/>
        </p:nvSpPr>
        <p:spPr>
          <a:xfrm flipH="true" flipV="false" rot="0">
            <a:off x="21722853" y="2200116"/>
            <a:ext cx="2134492" cy="2749345"/>
          </a:xfrm>
          <a:custGeom>
            <a:avLst/>
            <a:gdLst/>
            <a:ahLst/>
            <a:cxnLst/>
            <a:rect r="r" b="b" t="t" l="l"/>
            <a:pathLst>
              <a:path h="2749345" w="2134492">
                <a:moveTo>
                  <a:pt x="2134492" y="0"/>
                </a:moveTo>
                <a:lnTo>
                  <a:pt x="0" y="0"/>
                </a:lnTo>
                <a:lnTo>
                  <a:pt x="0" y="2749345"/>
                </a:lnTo>
                <a:lnTo>
                  <a:pt x="2134492" y="2749345"/>
                </a:lnTo>
                <a:lnTo>
                  <a:pt x="2134492" y="0"/>
                </a:lnTo>
                <a:close/>
              </a:path>
            </a:pathLst>
          </a:custGeom>
          <a:blipFill>
            <a:blip r:embed="rId13">
              <a:extLst>
                <a:ext uri="{96DAC541-7B7A-43D3-8B79-37D633B846F1}">
                  <asvg:svgBlip xmlns:asvg="http://schemas.microsoft.com/office/drawing/2016/SVG/main" r:embed="rId14"/>
                </a:ext>
              </a:extLst>
            </a:blip>
            <a:stretch>
              <a:fillRect l="0" t="0" r="0" b="0"/>
            </a:stretch>
          </a:blipFill>
        </p:spPr>
        <p:txBody>
          <a:bodyPr/>
          <a:p/>
        </p:txBody>
      </p:sp>
      <p:sp>
        <p:nvSpPr>
          <p:cNvPr name="!!S12_Shp19" id="158"/>
          <p:cNvSpPr/>
          <p:nvPr/>
        </p:nvSpPr>
        <p:spPr>
          <a:xfrm flipH="false" flipV="false" rot="5400000">
            <a:off x="28938193" y="12913057"/>
            <a:ext cx="849863" cy="754061"/>
          </a:xfrm>
          <a:custGeom>
            <a:avLst/>
            <a:gdLst/>
            <a:ahLst/>
            <a:cxnLst/>
            <a:rect r="r" b="b" t="t" l="l"/>
            <a:pathLst>
              <a:path h="754061" w="849863">
                <a:moveTo>
                  <a:pt x="0" y="0"/>
                </a:moveTo>
                <a:lnTo>
                  <a:pt x="849863" y="0"/>
                </a:lnTo>
                <a:lnTo>
                  <a:pt x="849863" y="754061"/>
                </a:lnTo>
                <a:lnTo>
                  <a:pt x="0" y="7540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txBody>
          <a:bodyPr/>
          <a:p/>
        </p:txBody>
      </p:sp>
      <p:sp>
        <p:nvSpPr>
          <p:cNvPr name="!!S12_Shp22" id="159"/>
          <p:cNvSpPr txBox="true"/>
          <p:nvPr/>
        </p:nvSpPr>
        <p:spPr>
          <a:xfrm rot="0">
            <a:off x="21457420" y="1852685"/>
            <a:ext cx="8540531" cy="1675936"/>
          </a:xfrm>
          <a:prstGeom prst="rect">
            <a:avLst/>
          </a:prstGeom>
        </p:spPr>
        <p:txBody>
          <a:bodyPr anchor="t" rtlCol="false" tIns="0" lIns="0" bIns="0" rIns="0">
            <a:spAutoFit/>
          </a:bodyPr>
          <a:lstStyle/>
          <a:p>
            <a:pPr algn="just">
              <a:lnSpc>
                <a:spcPts val="12576"/>
              </a:lnSpc>
            </a:pPr>
            <a:r>
              <a:rPr lang="en-US" sz="12703">
                <a:gradFill>
                  <a:gsLst>
                    <a:gs pos="0">
                      <a:srgbClr val="19621D">
                        <a:alpha val="100000"/>
                      </a:srgbClr>
                    </a:gs>
                    <a:gs pos="100000">
                      <a:srgbClr val="0A3931">
                        <a:alpha val="100000"/>
                      </a:srgbClr>
                    </a:gs>
                  </a:gsLst>
                  <a:lin ang="2700000"/>
                </a:gradFill>
                <a:latin typeface="Notable"/>
                <a:ea typeface="Notable"/>
                <a:cs typeface="Notable"/>
                <a:sym typeface="Notable"/>
              </a:rPr>
              <a:t>TERIMA</a:t>
            </a:r>
          </a:p>
        </p:txBody>
      </p:sp>
      <p:sp>
        <p:nvSpPr>
          <p:cNvPr name="!!S12_Shp23" id="160"/>
          <p:cNvSpPr txBox="true"/>
          <p:nvPr/>
        </p:nvSpPr>
        <p:spPr>
          <a:xfrm rot="0">
            <a:off x="21457420" y="3368775"/>
            <a:ext cx="8171154" cy="1675936"/>
          </a:xfrm>
          <a:prstGeom prst="rect">
            <a:avLst/>
          </a:prstGeom>
        </p:spPr>
        <p:txBody>
          <a:bodyPr anchor="t" rtlCol="false" tIns="0" lIns="0" bIns="0" rIns="0">
            <a:spAutoFit/>
          </a:bodyPr>
          <a:lstStyle/>
          <a:p>
            <a:pPr algn="l">
              <a:lnSpc>
                <a:spcPts val="12576"/>
              </a:lnSpc>
            </a:pPr>
            <a:r>
              <a:rPr lang="en-US" sz="12703">
                <a:gradFill>
                  <a:gsLst>
                    <a:gs pos="0">
                      <a:srgbClr val="19621D">
                        <a:alpha val="100000"/>
                      </a:srgbClr>
                    </a:gs>
                    <a:gs pos="100000">
                      <a:srgbClr val="0A3931">
                        <a:alpha val="100000"/>
                      </a:srgbClr>
                    </a:gs>
                  </a:gsLst>
                  <a:lin ang="2700000"/>
                </a:gradFill>
                <a:latin typeface="Notable"/>
                <a:ea typeface="Notable"/>
                <a:cs typeface="Notable"/>
                <a:sym typeface="Notable"/>
              </a:rPr>
              <a:t>KASIH</a:t>
            </a:r>
          </a:p>
        </p:txBody>
      </p:sp>
      <p:sp>
        <p:nvSpPr>
          <p:cNvPr name="!!S12_Shp24" id="161"/>
          <p:cNvSpPr txBox="true"/>
          <p:nvPr/>
        </p:nvSpPr>
        <p:spPr>
          <a:xfrm rot="0">
            <a:off x="18492171" y="13502864"/>
            <a:ext cx="3918329" cy="443865"/>
          </a:xfrm>
          <a:prstGeom prst="rect">
            <a:avLst/>
          </a:prstGeom>
        </p:spPr>
        <p:txBody>
          <a:bodyPr anchor="t" rtlCol="false" tIns="0" lIns="0" bIns="0" rIns="0">
            <a:spAutoFit/>
          </a:bodyPr>
          <a:lstStyle/>
          <a:p>
            <a:pPr algn="l">
              <a:lnSpc>
                <a:spcPts val="3479"/>
              </a:lnSpc>
            </a:pPr>
            <a:r>
              <a:rPr lang="en-US" sz="3000">
                <a:solidFill>
                  <a:srgbClr val="FDFDFD"/>
                </a:solidFill>
                <a:latin typeface="Fira Sans"/>
                <a:ea typeface="Fira Sans"/>
                <a:cs typeface="Fira Sans"/>
                <a:sym typeface="Fira Sans"/>
              </a:rPr>
              <a:t>62-819-9977-3020</a:t>
            </a:r>
          </a:p>
        </p:txBody>
      </p:sp>
      <p:sp>
        <p:nvSpPr>
          <p:cNvPr name="!!S12_Shp25" id="162"/>
          <p:cNvSpPr txBox="true"/>
          <p:nvPr/>
        </p:nvSpPr>
        <p:spPr>
          <a:xfrm rot="0">
            <a:off x="18492171" y="12963749"/>
            <a:ext cx="3660989" cy="443865"/>
          </a:xfrm>
          <a:prstGeom prst="rect">
            <a:avLst/>
          </a:prstGeom>
        </p:spPr>
        <p:txBody>
          <a:bodyPr anchor="t" rtlCol="false" tIns="0" lIns="0" bIns="0" rIns="0">
            <a:spAutoFit/>
          </a:bodyPr>
          <a:lstStyle/>
          <a:p>
            <a:pPr algn="l">
              <a:lnSpc>
                <a:spcPts val="3479"/>
              </a:lnSpc>
            </a:pPr>
            <a:r>
              <a:rPr lang="en-US" sz="3000" u="sng" b="true">
                <a:solidFill>
                  <a:srgbClr val="FDFDFD"/>
                </a:solidFill>
                <a:latin typeface="Fira Sans Bold"/>
                <a:ea typeface="Fira Sans Bold"/>
                <a:cs typeface="Fira Sans Bold"/>
                <a:sym typeface="Fira Sans Bold"/>
              </a:rPr>
              <a:t>Nomor Ponsel</a:t>
            </a:r>
          </a:p>
        </p:txBody>
      </p:sp>
      <p:sp>
        <p:nvSpPr>
          <p:cNvPr name="!!S12_Shp26" id="163"/>
          <p:cNvSpPr txBox="true"/>
          <p:nvPr/>
        </p:nvSpPr>
        <p:spPr>
          <a:xfrm rot="0">
            <a:off x="18492171" y="13733494"/>
            <a:ext cx="5944790" cy="443865"/>
          </a:xfrm>
          <a:prstGeom prst="rect">
            <a:avLst/>
          </a:prstGeom>
        </p:spPr>
        <p:txBody>
          <a:bodyPr anchor="t" rtlCol="false" tIns="0" lIns="0" bIns="0" rIns="0">
            <a:spAutoFit/>
          </a:bodyPr>
          <a:lstStyle/>
          <a:p>
            <a:pPr algn="l">
              <a:lnSpc>
                <a:spcPts val="3479"/>
              </a:lnSpc>
            </a:pPr>
            <a:r>
              <a:rPr lang="en-US" sz="3000">
                <a:solidFill>
                  <a:srgbClr val="FDFDFD"/>
                </a:solidFill>
                <a:latin typeface="Fira Sans"/>
                <a:ea typeface="Fira Sans"/>
                <a:cs typeface="Fira Sans"/>
                <a:sym typeface="Fira Sans"/>
              </a:rPr>
              <a:t>halo@situssupercanggih.co.id</a:t>
            </a:r>
          </a:p>
        </p:txBody>
      </p:sp>
      <p:sp>
        <p:nvSpPr>
          <p:cNvPr name="!!S12_Shp27" id="164"/>
          <p:cNvSpPr txBox="true"/>
          <p:nvPr/>
        </p:nvSpPr>
        <p:spPr>
          <a:xfrm rot="0">
            <a:off x="18492171" y="13194379"/>
            <a:ext cx="3660989" cy="443865"/>
          </a:xfrm>
          <a:prstGeom prst="rect">
            <a:avLst/>
          </a:prstGeom>
        </p:spPr>
        <p:txBody>
          <a:bodyPr anchor="t" rtlCol="false" tIns="0" lIns="0" bIns="0" rIns="0">
            <a:spAutoFit/>
          </a:bodyPr>
          <a:lstStyle/>
          <a:p>
            <a:pPr algn="l">
              <a:lnSpc>
                <a:spcPts val="3479"/>
              </a:lnSpc>
            </a:pPr>
            <a:r>
              <a:rPr lang="en-US" sz="3000" u="sng" b="true">
                <a:solidFill>
                  <a:srgbClr val="FDFDFD"/>
                </a:solidFill>
                <a:latin typeface="Fira Sans Bold"/>
                <a:ea typeface="Fira Sans Bold"/>
                <a:cs typeface="Fira Sans Bold"/>
                <a:sym typeface="Fira Sans Bold"/>
              </a:rPr>
              <a:t>Surat Elektronik</a:t>
            </a:r>
          </a:p>
        </p:txBody>
      </p:sp>
      <p:sp>
        <p:nvSpPr>
          <p:cNvPr name="!!S12_Shp28" id="165"/>
          <p:cNvSpPr txBox="true"/>
          <p:nvPr/>
        </p:nvSpPr>
        <p:spPr>
          <a:xfrm rot="0">
            <a:off x="25635318" y="13502864"/>
            <a:ext cx="3918329" cy="443865"/>
          </a:xfrm>
          <a:prstGeom prst="rect">
            <a:avLst/>
          </a:prstGeom>
        </p:spPr>
        <p:txBody>
          <a:bodyPr anchor="t" rtlCol="false" tIns="0" lIns="0" bIns="0" rIns="0">
            <a:spAutoFit/>
          </a:bodyPr>
          <a:lstStyle/>
          <a:p>
            <a:pPr algn="l">
              <a:lnSpc>
                <a:spcPts val="3479"/>
              </a:lnSpc>
            </a:pPr>
            <a:r>
              <a:rPr lang="en-US" sz="3000">
                <a:solidFill>
                  <a:srgbClr val="FDFDFD"/>
                </a:solidFill>
                <a:latin typeface="Fira Sans"/>
                <a:ea typeface="Fira Sans"/>
                <a:cs typeface="Fira Sans"/>
                <a:sym typeface="Fira Sans"/>
              </a:rPr>
              <a:t>@situssupercanggih</a:t>
            </a:r>
          </a:p>
        </p:txBody>
      </p:sp>
      <p:sp>
        <p:nvSpPr>
          <p:cNvPr name="!!S12_Shp29" id="166"/>
          <p:cNvSpPr txBox="true"/>
          <p:nvPr/>
        </p:nvSpPr>
        <p:spPr>
          <a:xfrm rot="0">
            <a:off x="25635318" y="12963749"/>
            <a:ext cx="3660989" cy="443865"/>
          </a:xfrm>
          <a:prstGeom prst="rect">
            <a:avLst/>
          </a:prstGeom>
        </p:spPr>
        <p:txBody>
          <a:bodyPr anchor="t" rtlCol="false" tIns="0" lIns="0" bIns="0" rIns="0">
            <a:spAutoFit/>
          </a:bodyPr>
          <a:lstStyle/>
          <a:p>
            <a:pPr algn="l">
              <a:lnSpc>
                <a:spcPts val="3479"/>
              </a:lnSpc>
            </a:pPr>
            <a:r>
              <a:rPr lang="en-US" sz="3000" u="sng" b="true">
                <a:solidFill>
                  <a:srgbClr val="FDFDFD"/>
                </a:solidFill>
                <a:latin typeface="Fira Sans Bold"/>
                <a:ea typeface="Fira Sans Bold"/>
                <a:cs typeface="Fira Sans Bold"/>
                <a:sym typeface="Fira Sans Bold"/>
              </a:rPr>
              <a:t>Media Sosial</a:t>
            </a:r>
          </a:p>
        </p:txBody>
      </p:sp>
      <p:sp>
        <p:nvSpPr>
          <p:cNvPr name="!!S12_Shp30" id="167"/>
          <p:cNvSpPr txBox="true"/>
          <p:nvPr/>
        </p:nvSpPr>
        <p:spPr>
          <a:xfrm rot="0">
            <a:off x="25635318" y="13733494"/>
            <a:ext cx="5944790" cy="443865"/>
          </a:xfrm>
          <a:prstGeom prst="rect">
            <a:avLst/>
          </a:prstGeom>
        </p:spPr>
        <p:txBody>
          <a:bodyPr anchor="t" rtlCol="false" tIns="0" lIns="0" bIns="0" rIns="0">
            <a:spAutoFit/>
          </a:bodyPr>
          <a:lstStyle/>
          <a:p>
            <a:pPr algn="l">
              <a:lnSpc>
                <a:spcPts val="3479"/>
              </a:lnSpc>
            </a:pPr>
            <a:r>
              <a:rPr lang="en-US" sz="3000">
                <a:solidFill>
                  <a:srgbClr val="FDFDFD"/>
                </a:solidFill>
                <a:latin typeface="Fira Sans"/>
                <a:ea typeface="Fira Sans"/>
                <a:cs typeface="Fira Sans"/>
                <a:sym typeface="Fira Sans"/>
              </a:rPr>
              <a:t>www.situssupercanggih.co.id</a:t>
            </a:r>
          </a:p>
        </p:txBody>
      </p:sp>
      <p:sp>
        <p:nvSpPr>
          <p:cNvPr name="!!S12_Shp31" id="168"/>
          <p:cNvSpPr txBox="true"/>
          <p:nvPr/>
        </p:nvSpPr>
        <p:spPr>
          <a:xfrm rot="0">
            <a:off x="25635318" y="13194379"/>
            <a:ext cx="3660989" cy="443865"/>
          </a:xfrm>
          <a:prstGeom prst="rect">
            <a:avLst/>
          </a:prstGeom>
        </p:spPr>
        <p:txBody>
          <a:bodyPr anchor="t" rtlCol="false" tIns="0" lIns="0" bIns="0" rIns="0">
            <a:spAutoFit/>
          </a:bodyPr>
          <a:lstStyle/>
          <a:p>
            <a:pPr algn="l">
              <a:lnSpc>
                <a:spcPts val="3479"/>
              </a:lnSpc>
            </a:pPr>
            <a:r>
              <a:rPr lang="en-US" sz="3000" u="sng" b="true">
                <a:solidFill>
                  <a:srgbClr val="FDFDFD"/>
                </a:solidFill>
                <a:latin typeface="Fira Sans Bold"/>
                <a:ea typeface="Fira Sans Bold"/>
                <a:cs typeface="Fira Sans Bold"/>
                <a:sym typeface="Fira Sans Bold"/>
              </a:rPr>
              <a:t>Portofolio</a:t>
            </a:r>
          </a:p>
        </p:txBody>
      </p:sp>
      <p:sp>
        <p:nvSpPr>
          <p:cNvPr name="!!S12_Shp32" id="169"/>
          <p:cNvSpPr/>
          <p:nvPr/>
        </p:nvSpPr>
        <p:spPr>
          <a:xfrm flipH="false" flipV="false" rot="5400000">
            <a:off x="29777978" y="12913057"/>
            <a:ext cx="849863" cy="754061"/>
          </a:xfrm>
          <a:custGeom>
            <a:avLst/>
            <a:gdLst/>
            <a:ahLst/>
            <a:cxnLst/>
            <a:rect r="r" b="b" t="t" l="l"/>
            <a:pathLst>
              <a:path h="754061" w="849863">
                <a:moveTo>
                  <a:pt x="0" y="0"/>
                </a:moveTo>
                <a:lnTo>
                  <a:pt x="849863" y="0"/>
                </a:lnTo>
                <a:lnTo>
                  <a:pt x="849863" y="754061"/>
                </a:lnTo>
                <a:lnTo>
                  <a:pt x="0" y="7540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txBody>
          <a:bodyPr/>
          <a:p/>
        </p:txBody>
      </p:sp>
      <p:sp>
        <p:nvSpPr>
          <p:cNvPr name="!!S12_Shp33" id="170"/>
          <p:cNvSpPr/>
          <p:nvPr/>
        </p:nvSpPr>
        <p:spPr>
          <a:xfrm flipH="false" flipV="false" rot="5400000">
            <a:off x="30617764" y="12913057"/>
            <a:ext cx="849863" cy="754061"/>
          </a:xfrm>
          <a:custGeom>
            <a:avLst/>
            <a:gdLst/>
            <a:ahLst/>
            <a:cxnLst/>
            <a:rect r="r" b="b" t="t" l="l"/>
            <a:pathLst>
              <a:path h="754061" w="849863">
                <a:moveTo>
                  <a:pt x="0" y="0"/>
                </a:moveTo>
                <a:lnTo>
                  <a:pt x="849863" y="0"/>
                </a:lnTo>
                <a:lnTo>
                  <a:pt x="849863" y="754061"/>
                </a:lnTo>
                <a:lnTo>
                  <a:pt x="0" y="7540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txBody>
          <a:bodyPr/>
          <a:p/>
        </p:txBody>
      </p:sp>
      <p:grpSp>
        <p:nvGrpSpPr>
          <p:cNvPr name="!!S10_Shp7" id="171"/>
          <p:cNvGrpSpPr/>
          <p:nvPr/>
        </p:nvGrpSpPr>
        <p:grpSpPr>
          <a:xfrm rot="0">
            <a:off x="-7835329" y="-13467795"/>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sp>
        <p:nvSpPr>
          <p:cNvPr name="!!S10_Shp10" id="172"/>
          <p:cNvSpPr/>
          <p:nvPr/>
        </p:nvSpPr>
        <p:spPr>
          <a:xfrm flipH="true" flipV="true">
            <a:off x="-4838527" y="-6644277"/>
            <a:ext cx="9525" cy="4644277"/>
          </a:xfrm>
          <a:prstGeom prst="line">
            <a:avLst/>
          </a:prstGeom>
          <a:ln cap="flat" w="19050">
            <a:solidFill>
              <a:srgbClr val="165325"/>
            </a:solidFill>
            <a:prstDash val="solid"/>
            <a:headEnd type="none" len="sm" w="sm"/>
            <a:tailEnd type="none" len="sm" w="sm"/>
          </a:ln>
        </p:spPr>
        <p:txBody>
          <a:bodyPr/>
          <a:p/>
        </p:txBody>
      </p:sp>
      <p:grpSp>
        <p:nvGrpSpPr>
          <p:cNvPr name="!!S10_Shp11" id="173"/>
          <p:cNvGrpSpPr/>
          <p:nvPr/>
        </p:nvGrpSpPr>
        <p:grpSpPr>
          <a:xfrm rot="0">
            <a:off x="-5538851" y="5143500"/>
            <a:ext cx="1072909" cy="447159"/>
            <a:chOff x="0" y="0"/>
            <a:chExt cx="282577" cy="117770"/>
          </a:xfrm>
        </p:grpSpPr>
        <p:sp>
          <p:nvSpPr>
            <p:cNvPr name="Freeform 12" id="12"/>
            <p:cNvSpPr/>
            <p:nvPr/>
          </p:nvSpPr>
          <p:spPr>
            <a:xfrm flipH="false" flipV="false" rot="0">
              <a:off x="0" y="0"/>
              <a:ext cx="282577" cy="117770"/>
            </a:xfrm>
            <a:custGeom>
              <a:avLst/>
              <a:gdLst/>
              <a:ahLst/>
              <a:cxnLst/>
              <a:rect r="r" b="b" t="t" l="l"/>
              <a:pathLst>
                <a:path h="117770" w="282577">
                  <a:moveTo>
                    <a:pt x="58885" y="0"/>
                  </a:moveTo>
                  <a:lnTo>
                    <a:pt x="223692" y="0"/>
                  </a:lnTo>
                  <a:cubicBezTo>
                    <a:pt x="256213" y="0"/>
                    <a:pt x="282577" y="26364"/>
                    <a:pt x="282577" y="58885"/>
                  </a:cubicBezTo>
                  <a:lnTo>
                    <a:pt x="282577" y="58885"/>
                  </a:lnTo>
                  <a:cubicBezTo>
                    <a:pt x="282577" y="74502"/>
                    <a:pt x="276373" y="89480"/>
                    <a:pt x="265330" y="100523"/>
                  </a:cubicBezTo>
                  <a:cubicBezTo>
                    <a:pt x="254287" y="111566"/>
                    <a:pt x="239309" y="117770"/>
                    <a:pt x="223692" y="117770"/>
                  </a:cubicBezTo>
                  <a:lnTo>
                    <a:pt x="58885" y="117770"/>
                  </a:lnTo>
                  <a:cubicBezTo>
                    <a:pt x="26364" y="117770"/>
                    <a:pt x="0" y="91406"/>
                    <a:pt x="0" y="58885"/>
                  </a:cubicBezTo>
                  <a:lnTo>
                    <a:pt x="0" y="58885"/>
                  </a:lnTo>
                  <a:cubicBezTo>
                    <a:pt x="0" y="26364"/>
                    <a:pt x="26364" y="0"/>
                    <a:pt x="58885" y="0"/>
                  </a:cubicBezTo>
                  <a:close/>
                </a:path>
              </a:pathLst>
            </a:custGeom>
            <a:gradFill rotWithShape="true">
              <a:gsLst>
                <a:gs pos="0">
                  <a:srgbClr val="19621D">
                    <a:alpha val="100000"/>
                  </a:srgbClr>
                </a:gs>
                <a:gs pos="100000">
                  <a:srgbClr val="0A3931">
                    <a:alpha val="100000"/>
                  </a:srgbClr>
                </a:gs>
              </a:gsLst>
              <a:lin ang="2700000"/>
            </a:gradFill>
          </p:spPr>
        </p:sp>
        <p:sp>
          <p:nvSpPr>
            <p:cNvPr name="TextBox 13" id="13"/>
            <p:cNvSpPr txBox="true"/>
            <p:nvPr/>
          </p:nvSpPr>
          <p:spPr>
            <a:xfrm>
              <a:off x="0" y="-47625"/>
              <a:ext cx="282577" cy="165395"/>
            </a:xfrm>
            <a:prstGeom prst="rect">
              <a:avLst/>
            </a:prstGeom>
          </p:spPr>
          <p:txBody>
            <a:bodyPr anchor="ctr" rtlCol="false" tIns="50800" lIns="50800" bIns="50800" rIns="50800"/>
            <a:lstStyle/>
            <a:p>
              <a:pPr algn="ctr">
                <a:lnSpc>
                  <a:spcPts val="2800"/>
                </a:lnSpc>
              </a:pPr>
            </a:p>
          </p:txBody>
        </p:sp>
      </p:grpSp>
      <p:grpSp>
        <p:nvGrpSpPr>
          <p:cNvPr name="!!S10_Shp14" id="174"/>
          <p:cNvGrpSpPr/>
          <p:nvPr/>
        </p:nvGrpSpPr>
        <p:grpSpPr>
          <a:xfrm rot="0">
            <a:off x="-5538851" y="6599102"/>
            <a:ext cx="1072909" cy="447159"/>
            <a:chOff x="0" y="0"/>
            <a:chExt cx="282577" cy="117770"/>
          </a:xfrm>
        </p:grpSpPr>
        <p:sp>
          <p:nvSpPr>
            <p:cNvPr name="Freeform 15" id="15"/>
            <p:cNvSpPr/>
            <p:nvPr/>
          </p:nvSpPr>
          <p:spPr>
            <a:xfrm flipH="false" flipV="false" rot="0">
              <a:off x="0" y="0"/>
              <a:ext cx="282577" cy="117770"/>
            </a:xfrm>
            <a:custGeom>
              <a:avLst/>
              <a:gdLst/>
              <a:ahLst/>
              <a:cxnLst/>
              <a:rect r="r" b="b" t="t" l="l"/>
              <a:pathLst>
                <a:path h="117770" w="282577">
                  <a:moveTo>
                    <a:pt x="58885" y="0"/>
                  </a:moveTo>
                  <a:lnTo>
                    <a:pt x="223692" y="0"/>
                  </a:lnTo>
                  <a:cubicBezTo>
                    <a:pt x="256213" y="0"/>
                    <a:pt x="282577" y="26364"/>
                    <a:pt x="282577" y="58885"/>
                  </a:cubicBezTo>
                  <a:lnTo>
                    <a:pt x="282577" y="58885"/>
                  </a:lnTo>
                  <a:cubicBezTo>
                    <a:pt x="282577" y="74502"/>
                    <a:pt x="276373" y="89480"/>
                    <a:pt x="265330" y="100523"/>
                  </a:cubicBezTo>
                  <a:cubicBezTo>
                    <a:pt x="254287" y="111566"/>
                    <a:pt x="239309" y="117770"/>
                    <a:pt x="223692" y="117770"/>
                  </a:cubicBezTo>
                  <a:lnTo>
                    <a:pt x="58885" y="117770"/>
                  </a:lnTo>
                  <a:cubicBezTo>
                    <a:pt x="26364" y="117770"/>
                    <a:pt x="0" y="91406"/>
                    <a:pt x="0" y="58885"/>
                  </a:cubicBezTo>
                  <a:lnTo>
                    <a:pt x="0" y="58885"/>
                  </a:lnTo>
                  <a:cubicBezTo>
                    <a:pt x="0" y="26364"/>
                    <a:pt x="26364" y="0"/>
                    <a:pt x="58885" y="0"/>
                  </a:cubicBezTo>
                  <a:close/>
                </a:path>
              </a:pathLst>
            </a:custGeom>
            <a:gradFill rotWithShape="true">
              <a:gsLst>
                <a:gs pos="0">
                  <a:srgbClr val="19621D">
                    <a:alpha val="100000"/>
                  </a:srgbClr>
                </a:gs>
                <a:gs pos="100000">
                  <a:srgbClr val="0A3931">
                    <a:alpha val="100000"/>
                  </a:srgbClr>
                </a:gs>
              </a:gsLst>
              <a:lin ang="2700000"/>
            </a:gradFill>
          </p:spPr>
        </p:sp>
        <p:sp>
          <p:nvSpPr>
            <p:cNvPr name="TextBox 16" id="16"/>
            <p:cNvSpPr txBox="true"/>
            <p:nvPr/>
          </p:nvSpPr>
          <p:spPr>
            <a:xfrm>
              <a:off x="0" y="-47625"/>
              <a:ext cx="282577" cy="165395"/>
            </a:xfrm>
            <a:prstGeom prst="rect">
              <a:avLst/>
            </a:prstGeom>
          </p:spPr>
          <p:txBody>
            <a:bodyPr anchor="ctr" rtlCol="false" tIns="50800" lIns="50800" bIns="50800" rIns="50800"/>
            <a:lstStyle/>
            <a:p>
              <a:pPr algn="ctr">
                <a:lnSpc>
                  <a:spcPts val="2800"/>
                </a:lnSpc>
              </a:pPr>
            </a:p>
          </p:txBody>
        </p:sp>
      </p:grpSp>
      <p:grpSp>
        <p:nvGrpSpPr>
          <p:cNvPr name="!!S10_Shp17" id="175"/>
          <p:cNvGrpSpPr/>
          <p:nvPr/>
        </p:nvGrpSpPr>
        <p:grpSpPr>
          <a:xfrm rot="0">
            <a:off x="-5538851" y="8050077"/>
            <a:ext cx="1072909" cy="447159"/>
            <a:chOff x="0" y="0"/>
            <a:chExt cx="282577" cy="117770"/>
          </a:xfrm>
        </p:grpSpPr>
        <p:sp>
          <p:nvSpPr>
            <p:cNvPr name="Freeform 18" id="18"/>
            <p:cNvSpPr/>
            <p:nvPr/>
          </p:nvSpPr>
          <p:spPr>
            <a:xfrm flipH="false" flipV="false" rot="0">
              <a:off x="0" y="0"/>
              <a:ext cx="282577" cy="117770"/>
            </a:xfrm>
            <a:custGeom>
              <a:avLst/>
              <a:gdLst/>
              <a:ahLst/>
              <a:cxnLst/>
              <a:rect r="r" b="b" t="t" l="l"/>
              <a:pathLst>
                <a:path h="117770" w="282577">
                  <a:moveTo>
                    <a:pt x="58885" y="0"/>
                  </a:moveTo>
                  <a:lnTo>
                    <a:pt x="223692" y="0"/>
                  </a:lnTo>
                  <a:cubicBezTo>
                    <a:pt x="256213" y="0"/>
                    <a:pt x="282577" y="26364"/>
                    <a:pt x="282577" y="58885"/>
                  </a:cubicBezTo>
                  <a:lnTo>
                    <a:pt x="282577" y="58885"/>
                  </a:lnTo>
                  <a:cubicBezTo>
                    <a:pt x="282577" y="74502"/>
                    <a:pt x="276373" y="89480"/>
                    <a:pt x="265330" y="100523"/>
                  </a:cubicBezTo>
                  <a:cubicBezTo>
                    <a:pt x="254287" y="111566"/>
                    <a:pt x="239309" y="117770"/>
                    <a:pt x="223692" y="117770"/>
                  </a:cubicBezTo>
                  <a:lnTo>
                    <a:pt x="58885" y="117770"/>
                  </a:lnTo>
                  <a:cubicBezTo>
                    <a:pt x="26364" y="117770"/>
                    <a:pt x="0" y="91406"/>
                    <a:pt x="0" y="58885"/>
                  </a:cubicBezTo>
                  <a:lnTo>
                    <a:pt x="0" y="58885"/>
                  </a:lnTo>
                  <a:cubicBezTo>
                    <a:pt x="0" y="26364"/>
                    <a:pt x="26364" y="0"/>
                    <a:pt x="58885" y="0"/>
                  </a:cubicBezTo>
                  <a:close/>
                </a:path>
              </a:pathLst>
            </a:custGeom>
            <a:gradFill rotWithShape="true">
              <a:gsLst>
                <a:gs pos="0">
                  <a:srgbClr val="19621D">
                    <a:alpha val="100000"/>
                  </a:srgbClr>
                </a:gs>
                <a:gs pos="100000">
                  <a:srgbClr val="0A3931">
                    <a:alpha val="100000"/>
                  </a:srgbClr>
                </a:gs>
              </a:gsLst>
              <a:lin ang="2700000"/>
            </a:gradFill>
          </p:spPr>
        </p:sp>
        <p:sp>
          <p:nvSpPr>
            <p:cNvPr name="TextBox 19" id="19"/>
            <p:cNvSpPr txBox="true"/>
            <p:nvPr/>
          </p:nvSpPr>
          <p:spPr>
            <a:xfrm>
              <a:off x="0" y="-47625"/>
              <a:ext cx="282577" cy="165395"/>
            </a:xfrm>
            <a:prstGeom prst="rect">
              <a:avLst/>
            </a:prstGeom>
          </p:spPr>
          <p:txBody>
            <a:bodyPr anchor="ctr" rtlCol="false" tIns="50800" lIns="50800" bIns="50800" rIns="50800"/>
            <a:lstStyle/>
            <a:p>
              <a:pPr algn="ctr">
                <a:lnSpc>
                  <a:spcPts val="2800"/>
                </a:lnSpc>
              </a:pPr>
            </a:p>
          </p:txBody>
        </p:sp>
      </p:grpSp>
      <p:sp>
        <p:nvSpPr>
          <p:cNvPr name="!!S10_Shp20" id="176"/>
          <p:cNvSpPr/>
          <p:nvPr/>
        </p:nvSpPr>
        <p:spPr>
          <a:xfrm flipH="false" flipV="false" rot="0">
            <a:off x="-15551542" y="-13171642"/>
            <a:ext cx="11171642" cy="11171642"/>
          </a:xfrm>
          <a:custGeom>
            <a:avLst/>
            <a:gdLst/>
            <a:ahLst/>
            <a:cxnLst/>
            <a:rect r="r" b="b" t="t" l="l"/>
            <a:pathLst>
              <a:path h="11171642" w="11171642">
                <a:moveTo>
                  <a:pt x="0" y="0"/>
                </a:moveTo>
                <a:lnTo>
                  <a:pt x="11171642" y="0"/>
                </a:lnTo>
                <a:lnTo>
                  <a:pt x="11171642" y="11171642"/>
                </a:lnTo>
                <a:lnTo>
                  <a:pt x="0" y="111716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0_Shp21" id="177"/>
          <p:cNvSpPr/>
          <p:nvPr/>
        </p:nvSpPr>
        <p:spPr>
          <a:xfrm flipH="false" flipV="false" rot="0">
            <a:off x="-6259300" y="6107210"/>
            <a:ext cx="1999497" cy="3151070"/>
          </a:xfrm>
          <a:custGeom>
            <a:avLst/>
            <a:gdLst/>
            <a:ahLst/>
            <a:cxnLst/>
            <a:rect r="r" b="b" t="t" l="l"/>
            <a:pathLst>
              <a:path h="3151070" w="1999497">
                <a:moveTo>
                  <a:pt x="0" y="0"/>
                </a:moveTo>
                <a:lnTo>
                  <a:pt x="1999497" y="0"/>
                </a:lnTo>
                <a:lnTo>
                  <a:pt x="1999497" y="3151070"/>
                </a:lnTo>
                <a:lnTo>
                  <a:pt x="0" y="31510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10_Shp22" id="178"/>
          <p:cNvSpPr/>
          <p:nvPr/>
        </p:nvSpPr>
        <p:spPr>
          <a:xfrm flipH="false" flipV="false" rot="0">
            <a:off x="-6259300" y="-3659763"/>
            <a:ext cx="1913772" cy="1659763"/>
          </a:xfrm>
          <a:custGeom>
            <a:avLst/>
            <a:gdLst/>
            <a:ahLst/>
            <a:cxnLst/>
            <a:rect r="r" b="b" t="t" l="l"/>
            <a:pathLst>
              <a:path h="1659763" w="1913772">
                <a:moveTo>
                  <a:pt x="0" y="0"/>
                </a:moveTo>
                <a:lnTo>
                  <a:pt x="1913772" y="0"/>
                </a:lnTo>
                <a:lnTo>
                  <a:pt x="1913772" y="1659762"/>
                </a:lnTo>
                <a:lnTo>
                  <a:pt x="0" y="16597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10_Shp23" id="179"/>
          <p:cNvSpPr txBox="true"/>
          <p:nvPr/>
        </p:nvSpPr>
        <p:spPr>
          <a:xfrm rot="0">
            <a:off x="-15872082" y="-3122044"/>
            <a:ext cx="11069352"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PROFESIONAL</a:t>
            </a:r>
          </a:p>
        </p:txBody>
      </p:sp>
      <p:sp>
        <p:nvSpPr>
          <p:cNvPr name="!!S10_Shp26" id="180"/>
          <p:cNvSpPr txBox="true"/>
          <p:nvPr/>
        </p:nvSpPr>
        <p:spPr>
          <a:xfrm rot="0">
            <a:off x="-14915878" y="-3122044"/>
            <a:ext cx="10082114"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PENGALAMAN</a:t>
            </a:r>
          </a:p>
        </p:txBody>
      </p:sp>
      <p:sp>
        <p:nvSpPr>
          <p:cNvPr name="!!S10_Shp27" id="181"/>
          <p:cNvSpPr txBox="true"/>
          <p:nvPr/>
        </p:nvSpPr>
        <p:spPr>
          <a:xfrm rot="0">
            <a:off x="-8446687" y="-2422275"/>
            <a:ext cx="3705357" cy="422275"/>
          </a:xfrm>
          <a:prstGeom prst="rect">
            <a:avLst/>
          </a:prstGeom>
        </p:spPr>
        <p:txBody>
          <a:bodyPr anchor="t" rtlCol="false" tIns="0" lIns="0" bIns="0" rIns="0">
            <a:spAutoFit/>
          </a:bodyPr>
          <a:lstStyle/>
          <a:p>
            <a:pPr algn="l">
              <a:lnSpc>
                <a:spcPts val="3499"/>
              </a:lnSpc>
            </a:pPr>
            <a:r>
              <a:rPr lang="en-US" sz="2499" b="true">
                <a:solidFill>
                  <a:srgbClr val="082009"/>
                </a:solidFill>
                <a:latin typeface="Fira Sans Bold"/>
                <a:ea typeface="Fira Sans Bold"/>
                <a:cs typeface="Fira Sans Bold"/>
                <a:sym typeface="Fira Sans Bold"/>
              </a:rPr>
              <a:t>K</a:t>
            </a:r>
            <a:r>
              <a:rPr lang="en-US" sz="2499" b="true">
                <a:solidFill>
                  <a:srgbClr val="082009"/>
                </a:solidFill>
                <a:latin typeface="Fira Sans Bold"/>
                <a:ea typeface="Fira Sans Bold"/>
                <a:cs typeface="Fira Sans Bold"/>
                <a:sym typeface="Fira Sans Bold"/>
              </a:rPr>
              <a:t>reator Konten Lepas</a:t>
            </a:r>
          </a:p>
        </p:txBody>
      </p:sp>
      <p:sp>
        <p:nvSpPr>
          <p:cNvPr name="!!S10_Shp28" id="182"/>
          <p:cNvSpPr txBox="true"/>
          <p:nvPr/>
        </p:nvSpPr>
        <p:spPr>
          <a:xfrm rot="0">
            <a:off x="-8646435" y="-2422275"/>
            <a:ext cx="3705357" cy="422275"/>
          </a:xfrm>
          <a:prstGeom prst="rect">
            <a:avLst/>
          </a:prstGeom>
        </p:spPr>
        <p:txBody>
          <a:bodyPr anchor="t" rtlCol="false" tIns="0" lIns="0" bIns="0" rIns="0">
            <a:spAutoFit/>
          </a:bodyPr>
          <a:lstStyle/>
          <a:p>
            <a:pPr algn="l">
              <a:lnSpc>
                <a:spcPts val="3499"/>
              </a:lnSpc>
            </a:pPr>
            <a:r>
              <a:rPr lang="en-US" sz="2499">
                <a:solidFill>
                  <a:srgbClr val="082009"/>
                </a:solidFill>
                <a:latin typeface="Fira Sans"/>
                <a:ea typeface="Fira Sans"/>
                <a:cs typeface="Fira Sans"/>
                <a:sym typeface="Fira Sans"/>
              </a:rPr>
              <a:t> | 2022 - Sekarang</a:t>
            </a:r>
          </a:p>
        </p:txBody>
      </p:sp>
      <p:sp>
        <p:nvSpPr>
          <p:cNvPr name="!!S10_Shp29" id="183"/>
          <p:cNvSpPr txBox="true"/>
          <p:nvPr/>
        </p:nvSpPr>
        <p:spPr>
          <a:xfrm rot="0">
            <a:off x="-15364453" y="5568950"/>
            <a:ext cx="10623123"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Membuat konten digital untuk kebutuhan promosi, edukasi, dan pengembangan merek.</a:t>
            </a:r>
          </a:p>
        </p:txBody>
      </p:sp>
      <p:sp>
        <p:nvSpPr>
          <p:cNvPr name="!!S10_Shp30" id="184"/>
          <p:cNvSpPr txBox="true"/>
          <p:nvPr/>
        </p:nvSpPr>
        <p:spPr>
          <a:xfrm rot="0">
            <a:off x="-8446687" y="6551477"/>
            <a:ext cx="3705357" cy="422275"/>
          </a:xfrm>
          <a:prstGeom prst="rect">
            <a:avLst/>
          </a:prstGeom>
        </p:spPr>
        <p:txBody>
          <a:bodyPr anchor="t" rtlCol="false" tIns="0" lIns="0" bIns="0" rIns="0">
            <a:spAutoFit/>
          </a:bodyPr>
          <a:lstStyle/>
          <a:p>
            <a:pPr algn="l">
              <a:lnSpc>
                <a:spcPts val="3499"/>
              </a:lnSpc>
            </a:pPr>
            <a:r>
              <a:rPr lang="en-US" sz="2499" b="true">
                <a:solidFill>
                  <a:srgbClr val="082009"/>
                </a:solidFill>
                <a:latin typeface="Fira Sans Bold"/>
                <a:ea typeface="Fira Sans Bold"/>
                <a:cs typeface="Fira Sans Bold"/>
                <a:sym typeface="Fira Sans Bold"/>
              </a:rPr>
              <a:t>P</a:t>
            </a:r>
            <a:r>
              <a:rPr lang="en-US" sz="2499" b="true">
                <a:solidFill>
                  <a:srgbClr val="082009"/>
                </a:solidFill>
                <a:latin typeface="Fira Sans Bold"/>
                <a:ea typeface="Fira Sans Bold"/>
                <a:cs typeface="Fira Sans Bold"/>
                <a:sym typeface="Fira Sans Bold"/>
              </a:rPr>
              <a:t>engelola Media Sosial</a:t>
            </a:r>
          </a:p>
        </p:txBody>
      </p:sp>
      <p:sp>
        <p:nvSpPr>
          <p:cNvPr name="!!S10_Shp31" id="185"/>
          <p:cNvSpPr txBox="true"/>
          <p:nvPr/>
        </p:nvSpPr>
        <p:spPr>
          <a:xfrm rot="0">
            <a:off x="-7905570" y="6551477"/>
            <a:ext cx="3705357" cy="422275"/>
          </a:xfrm>
          <a:prstGeom prst="rect">
            <a:avLst/>
          </a:prstGeom>
        </p:spPr>
        <p:txBody>
          <a:bodyPr anchor="t" rtlCol="false" tIns="0" lIns="0" bIns="0" rIns="0">
            <a:spAutoFit/>
          </a:bodyPr>
          <a:lstStyle/>
          <a:p>
            <a:pPr algn="l">
              <a:lnSpc>
                <a:spcPts val="3499"/>
              </a:lnSpc>
            </a:pPr>
            <a:r>
              <a:rPr lang="en-US" sz="2499">
                <a:solidFill>
                  <a:srgbClr val="082009"/>
                </a:solidFill>
                <a:latin typeface="Fira Sans"/>
                <a:ea typeface="Fira Sans"/>
                <a:cs typeface="Fira Sans"/>
                <a:sym typeface="Fira Sans"/>
              </a:rPr>
              <a:t> | 2023 - Sekarang</a:t>
            </a:r>
          </a:p>
        </p:txBody>
      </p:sp>
      <p:sp>
        <p:nvSpPr>
          <p:cNvPr name="!!S10_Shp32" id="186"/>
          <p:cNvSpPr txBox="true"/>
          <p:nvPr/>
        </p:nvSpPr>
        <p:spPr>
          <a:xfrm rot="0">
            <a:off x="-15364453" y="7024552"/>
            <a:ext cx="10623123"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Mengembangkan strategi konten dan meningkatkan interaksi audiens.</a:t>
            </a:r>
          </a:p>
        </p:txBody>
      </p:sp>
      <p:sp>
        <p:nvSpPr>
          <p:cNvPr name="!!S10_Shp33" id="187"/>
          <p:cNvSpPr txBox="true"/>
          <p:nvPr/>
        </p:nvSpPr>
        <p:spPr>
          <a:xfrm rot="0">
            <a:off x="-8446687" y="8002452"/>
            <a:ext cx="3705357" cy="422275"/>
          </a:xfrm>
          <a:prstGeom prst="rect">
            <a:avLst/>
          </a:prstGeom>
        </p:spPr>
        <p:txBody>
          <a:bodyPr anchor="t" rtlCol="false" tIns="0" lIns="0" bIns="0" rIns="0">
            <a:spAutoFit/>
          </a:bodyPr>
          <a:lstStyle/>
          <a:p>
            <a:pPr algn="l">
              <a:lnSpc>
                <a:spcPts val="3499"/>
              </a:lnSpc>
            </a:pPr>
            <a:r>
              <a:rPr lang="en-US" sz="2499" b="true">
                <a:solidFill>
                  <a:srgbClr val="082009"/>
                </a:solidFill>
                <a:latin typeface="Fira Sans Bold"/>
                <a:ea typeface="Fira Sans Bold"/>
                <a:cs typeface="Fira Sans Bold"/>
                <a:sym typeface="Fira Sans Bold"/>
              </a:rPr>
              <a:t>K</a:t>
            </a:r>
            <a:r>
              <a:rPr lang="en-US" sz="2499" b="true">
                <a:solidFill>
                  <a:srgbClr val="082009"/>
                </a:solidFill>
                <a:latin typeface="Fira Sans Bold"/>
                <a:ea typeface="Fira Sans Bold"/>
                <a:cs typeface="Fira Sans Bold"/>
                <a:sym typeface="Fira Sans Bold"/>
              </a:rPr>
              <a:t>olaborasi dengan UMKM</a:t>
            </a:r>
          </a:p>
        </p:txBody>
      </p:sp>
      <p:sp>
        <p:nvSpPr>
          <p:cNvPr name="!!S10_Shp34" id="188"/>
          <p:cNvSpPr txBox="true"/>
          <p:nvPr/>
        </p:nvSpPr>
        <p:spPr>
          <a:xfrm rot="0">
            <a:off x="-8352068" y="8002452"/>
            <a:ext cx="3705357" cy="422275"/>
          </a:xfrm>
          <a:prstGeom prst="rect">
            <a:avLst/>
          </a:prstGeom>
        </p:spPr>
        <p:txBody>
          <a:bodyPr anchor="t" rtlCol="false" tIns="0" lIns="0" bIns="0" rIns="0">
            <a:spAutoFit/>
          </a:bodyPr>
          <a:lstStyle/>
          <a:p>
            <a:pPr algn="l">
              <a:lnSpc>
                <a:spcPts val="3499"/>
              </a:lnSpc>
            </a:pPr>
            <a:r>
              <a:rPr lang="en-US" sz="2499">
                <a:solidFill>
                  <a:srgbClr val="082009"/>
                </a:solidFill>
                <a:latin typeface="Fira Sans"/>
                <a:ea typeface="Fira Sans"/>
                <a:cs typeface="Fira Sans"/>
                <a:sym typeface="Fira Sans"/>
              </a:rPr>
              <a:t> | 2024 - Sekarang</a:t>
            </a:r>
          </a:p>
        </p:txBody>
      </p:sp>
      <p:sp>
        <p:nvSpPr>
          <p:cNvPr name="!!S10_Shp35" id="189"/>
          <p:cNvSpPr txBox="true"/>
          <p:nvPr/>
        </p:nvSpPr>
        <p:spPr>
          <a:xfrm rot="0">
            <a:off x="-15364453" y="8475527"/>
            <a:ext cx="10623123" cy="349250"/>
          </a:xfrm>
          <a:prstGeom prst="rect">
            <a:avLst/>
          </a:prstGeom>
        </p:spPr>
        <p:txBody>
          <a:bodyPr anchor="t" rtlCol="false" tIns="0" lIns="0" bIns="0" rIns="0">
            <a:spAutoFit/>
          </a:bodyPr>
          <a:lstStyle/>
          <a:p>
            <a:pPr algn="l">
              <a:lnSpc>
                <a:spcPts val="2800"/>
              </a:lnSpc>
            </a:pPr>
            <a:r>
              <a:rPr lang="en-US" sz="2000">
                <a:solidFill>
                  <a:srgbClr val="082009"/>
                </a:solidFill>
                <a:latin typeface="Fira Sans"/>
                <a:ea typeface="Fira Sans"/>
                <a:cs typeface="Fira Sans"/>
                <a:sym typeface="Fira Sans"/>
              </a:rPr>
              <a:t>Membantu usaha kecil memproduksi konten promosi digital.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Persistent_Background"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212" r="0" b="-7212"/>
            </a:stretch>
          </a:blipFill>
        </p:spPr>
        <p:txBody>
          <a:bodyPr/>
          <a:p/>
        </p:txBody>
      </p:sp>
      <p:sp>
        <p:nvSpPr>
          <p:cNvPr name="!!Persistent_HeaderLine" id="3"/>
          <p:cNvSpPr/>
          <p:nvPr/>
        </p:nvSpPr>
        <p:spPr>
          <a:xfrm>
            <a:off x="2833764" y="1028700"/>
            <a:ext cx="12796771" cy="9525"/>
          </a:xfrm>
          <a:prstGeom prst="line">
            <a:avLst/>
          </a:prstGeom>
          <a:ln cap="flat" w="19050">
            <a:solidFill>
              <a:srgbClr val="165325"/>
            </a:solidFill>
            <a:prstDash val="solid"/>
            <a:headEnd type="none" len="sm" w="sm"/>
            <a:tailEnd type="none" len="sm" w="sm"/>
          </a:ln>
        </p:spPr>
        <p:txBody>
          <a:bodyPr/>
          <a:p/>
        </p:txBody>
      </p:sp>
      <p:grpSp>
        <p:nvGrpSpPr>
          <p:cNvPr name="!!Persistent_PageNumber" id="4"/>
          <p:cNvGrpSpPr/>
          <p:nvPr/>
        </p:nvGrpSpPr>
        <p:grpSpPr>
          <a:xfrm rot="0">
            <a:off x="15278315" y="805237"/>
            <a:ext cx="1980985" cy="639706"/>
            <a:chOff x="0" y="0"/>
            <a:chExt cx="521741" cy="168482"/>
          </a:xfrm>
        </p:grpSpPr>
        <p:sp>
          <p:nvSpPr>
            <p:cNvPr name="Freeform 5" id="5"/>
            <p:cNvSpPr/>
            <p:nvPr/>
          </p:nvSpPr>
          <p:spPr>
            <a:xfrm flipH="false" flipV="false" rot="0">
              <a:off x="0" y="0"/>
              <a:ext cx="521741" cy="168482"/>
            </a:xfrm>
            <a:custGeom>
              <a:avLst/>
              <a:gdLst/>
              <a:ahLst/>
              <a:cxnLst/>
              <a:rect r="r" b="b" t="t" l="l"/>
              <a:pathLst>
                <a:path h="168482" w="521741">
                  <a:moveTo>
                    <a:pt x="50805" y="0"/>
                  </a:moveTo>
                  <a:lnTo>
                    <a:pt x="470935" y="0"/>
                  </a:lnTo>
                  <a:cubicBezTo>
                    <a:pt x="498995" y="0"/>
                    <a:pt x="521741" y="22746"/>
                    <a:pt x="521741" y="50805"/>
                  </a:cubicBezTo>
                  <a:lnTo>
                    <a:pt x="521741" y="117677"/>
                  </a:lnTo>
                  <a:cubicBezTo>
                    <a:pt x="521741" y="131151"/>
                    <a:pt x="516388" y="144074"/>
                    <a:pt x="506860" y="153602"/>
                  </a:cubicBezTo>
                  <a:cubicBezTo>
                    <a:pt x="497333" y="163129"/>
                    <a:pt x="484410" y="168482"/>
                    <a:pt x="470935" y="168482"/>
                  </a:cubicBezTo>
                  <a:lnTo>
                    <a:pt x="50805" y="168482"/>
                  </a:lnTo>
                  <a:cubicBezTo>
                    <a:pt x="37331" y="168482"/>
                    <a:pt x="24408" y="163129"/>
                    <a:pt x="14881" y="153602"/>
                  </a:cubicBezTo>
                  <a:cubicBezTo>
                    <a:pt x="5353" y="144074"/>
                    <a:pt x="0" y="131151"/>
                    <a:pt x="0" y="117677"/>
                  </a:cubicBezTo>
                  <a:lnTo>
                    <a:pt x="0" y="50805"/>
                  </a:lnTo>
                  <a:cubicBezTo>
                    <a:pt x="0" y="37331"/>
                    <a:pt x="5353" y="24408"/>
                    <a:pt x="14881" y="14881"/>
                  </a:cubicBezTo>
                  <a:cubicBezTo>
                    <a:pt x="24408" y="5353"/>
                    <a:pt x="37331" y="0"/>
                    <a:pt x="50805" y="0"/>
                  </a:cubicBezTo>
                  <a:close/>
                </a:path>
              </a:pathLst>
            </a:custGeom>
            <a:gradFill rotWithShape="true">
              <a:gsLst>
                <a:gs pos="0">
                  <a:srgbClr val="19621D">
                    <a:alpha val="100000"/>
                  </a:srgbClr>
                </a:gs>
                <a:gs pos="100000">
                  <a:srgbClr val="0A3931">
                    <a:alpha val="100000"/>
                  </a:srgbClr>
                </a:gs>
              </a:gsLst>
              <a:lin ang="2700000"/>
            </a:gradFill>
          </p:spPr>
        </p:sp>
        <p:sp>
          <p:nvSpPr>
            <p:cNvPr name="TextBox 6" id="6"/>
            <p:cNvSpPr txBox="true"/>
            <p:nvPr/>
          </p:nvSpPr>
          <p:spPr>
            <a:xfrm>
              <a:off x="0" y="-47625"/>
              <a:ext cx="521741" cy="216107"/>
            </a:xfrm>
            <a:prstGeom prst="rect">
              <a:avLst/>
            </a:prstGeom>
          </p:spPr>
          <p:txBody>
            <a:bodyPr anchor="ctr" rtlCol="false" tIns="50800" lIns="50800" bIns="50800" rIns="50800"/>
            <a:lstStyle/>
            <a:p>
              <a:pPr algn="ctr">
                <a:lnSpc>
                  <a:spcPts val="2800"/>
                </a:lnSpc>
              </a:pPr>
            </a:p>
          </p:txBody>
        </p:sp>
      </p:grpSp>
      <p:grpSp>
        <p:nvGrpSpPr>
          <p:cNvPr name="!!S12_Shp7" id="7"/>
          <p:cNvGrpSpPr/>
          <p:nvPr/>
        </p:nvGrpSpPr>
        <p:grpSpPr>
          <a:xfrm rot="0">
            <a:off x="-1434545" y="-590397"/>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12_Shp10" id="10"/>
          <p:cNvGrpSpPr/>
          <p:nvPr/>
        </p:nvGrpSpPr>
        <p:grpSpPr>
          <a:xfrm rot="0">
            <a:off x="2434853" y="5730511"/>
            <a:ext cx="14354472" cy="3042150"/>
            <a:chOff x="0" y="0"/>
            <a:chExt cx="3780602" cy="801225"/>
          </a:xfrm>
        </p:grpSpPr>
        <p:sp>
          <p:nvSpPr>
            <p:cNvPr name="Freeform 11" id="11"/>
            <p:cNvSpPr/>
            <p:nvPr/>
          </p:nvSpPr>
          <p:spPr>
            <a:xfrm flipH="false" flipV="false" rot="0">
              <a:off x="0" y="0"/>
              <a:ext cx="3780602" cy="801225"/>
            </a:xfrm>
            <a:custGeom>
              <a:avLst/>
              <a:gdLst/>
              <a:ahLst/>
              <a:cxnLst/>
              <a:rect r="r" b="b" t="t" l="l"/>
              <a:pathLst>
                <a:path h="801225" w="3780602">
                  <a:moveTo>
                    <a:pt x="7011" y="0"/>
                  </a:moveTo>
                  <a:lnTo>
                    <a:pt x="3773590" y="0"/>
                  </a:lnTo>
                  <a:cubicBezTo>
                    <a:pt x="3777463" y="0"/>
                    <a:pt x="3780602" y="3139"/>
                    <a:pt x="3780602" y="7011"/>
                  </a:cubicBezTo>
                  <a:lnTo>
                    <a:pt x="3780602" y="794213"/>
                  </a:lnTo>
                  <a:cubicBezTo>
                    <a:pt x="3780602" y="796073"/>
                    <a:pt x="3779863" y="797856"/>
                    <a:pt x="3778548" y="799171"/>
                  </a:cubicBezTo>
                  <a:cubicBezTo>
                    <a:pt x="3777233" y="800486"/>
                    <a:pt x="3775450" y="801225"/>
                    <a:pt x="3773590" y="801225"/>
                  </a:cubicBezTo>
                  <a:lnTo>
                    <a:pt x="7011" y="801225"/>
                  </a:lnTo>
                  <a:cubicBezTo>
                    <a:pt x="3139" y="801225"/>
                    <a:pt x="0" y="798086"/>
                    <a:pt x="0" y="794213"/>
                  </a:cubicBezTo>
                  <a:lnTo>
                    <a:pt x="0" y="7011"/>
                  </a:lnTo>
                  <a:cubicBezTo>
                    <a:pt x="0" y="5152"/>
                    <a:pt x="739" y="3368"/>
                    <a:pt x="2054" y="2054"/>
                  </a:cubicBezTo>
                  <a:cubicBezTo>
                    <a:pt x="3368" y="739"/>
                    <a:pt x="5152" y="0"/>
                    <a:pt x="7011"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12" id="12"/>
            <p:cNvSpPr txBox="true"/>
            <p:nvPr/>
          </p:nvSpPr>
          <p:spPr>
            <a:xfrm>
              <a:off x="0" y="-47625"/>
              <a:ext cx="3780602" cy="848850"/>
            </a:xfrm>
            <a:prstGeom prst="rect">
              <a:avLst/>
            </a:prstGeom>
          </p:spPr>
          <p:txBody>
            <a:bodyPr anchor="ctr" rtlCol="false" tIns="50800" lIns="50800" bIns="50800" rIns="50800"/>
            <a:lstStyle/>
            <a:p>
              <a:pPr algn="ctr">
                <a:lnSpc>
                  <a:spcPts val="2800"/>
                </a:lnSpc>
              </a:pPr>
            </a:p>
          </p:txBody>
        </p:sp>
      </p:grpSp>
      <p:sp>
        <p:nvSpPr>
          <p:cNvPr name="!!S12_Shp13" id="13"/>
          <p:cNvSpPr/>
          <p:nvPr/>
        </p:nvSpPr>
        <p:spPr>
          <a:xfrm flipH="false" flipV="false" rot="0">
            <a:off x="3174004" y="6167224"/>
            <a:ext cx="540130" cy="583638"/>
          </a:xfrm>
          <a:custGeom>
            <a:avLst/>
            <a:gdLst/>
            <a:ahLst/>
            <a:cxnLst/>
            <a:rect r="r" b="b" t="t" l="l"/>
            <a:pathLst>
              <a:path h="583638" w="540130">
                <a:moveTo>
                  <a:pt x="0" y="0"/>
                </a:moveTo>
                <a:lnTo>
                  <a:pt x="540130" y="0"/>
                </a:lnTo>
                <a:lnTo>
                  <a:pt x="540130" y="583638"/>
                </a:lnTo>
                <a:lnTo>
                  <a:pt x="0" y="5836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S12_Shp14" id="14"/>
          <p:cNvSpPr/>
          <p:nvPr/>
        </p:nvSpPr>
        <p:spPr>
          <a:xfrm flipH="false" flipV="false" rot="0">
            <a:off x="3174004" y="7426014"/>
            <a:ext cx="540130" cy="425230"/>
          </a:xfrm>
          <a:custGeom>
            <a:avLst/>
            <a:gdLst/>
            <a:ahLst/>
            <a:cxnLst/>
            <a:rect r="r" b="b" t="t" l="l"/>
            <a:pathLst>
              <a:path h="425230" w="540130">
                <a:moveTo>
                  <a:pt x="0" y="0"/>
                </a:moveTo>
                <a:lnTo>
                  <a:pt x="540130" y="0"/>
                </a:lnTo>
                <a:lnTo>
                  <a:pt x="540130" y="425230"/>
                </a:lnTo>
                <a:lnTo>
                  <a:pt x="0" y="4252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S12_Shp15" id="15"/>
          <p:cNvSpPr/>
          <p:nvPr/>
        </p:nvSpPr>
        <p:spPr>
          <a:xfrm flipH="false" flipV="false" rot="0">
            <a:off x="10317365" y="7426014"/>
            <a:ext cx="564787" cy="539115"/>
          </a:xfrm>
          <a:custGeom>
            <a:avLst/>
            <a:gdLst/>
            <a:ahLst/>
            <a:cxnLst/>
            <a:rect r="r" b="b" t="t" l="l"/>
            <a:pathLst>
              <a:path h="539115" w="564787">
                <a:moveTo>
                  <a:pt x="0" y="0"/>
                </a:moveTo>
                <a:lnTo>
                  <a:pt x="564787" y="0"/>
                </a:lnTo>
                <a:lnTo>
                  <a:pt x="564787" y="539115"/>
                </a:lnTo>
                <a:lnTo>
                  <a:pt x="0" y="5391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S12_Shp16" id="16"/>
          <p:cNvSpPr/>
          <p:nvPr/>
        </p:nvSpPr>
        <p:spPr>
          <a:xfrm flipH="false" flipV="false" rot="0">
            <a:off x="10266137" y="6167224"/>
            <a:ext cx="568391" cy="568391"/>
          </a:xfrm>
          <a:custGeom>
            <a:avLst/>
            <a:gdLst/>
            <a:ahLst/>
            <a:cxnLst/>
            <a:rect r="r" b="b" t="t" l="l"/>
            <a:pathLst>
              <a:path h="568391" w="568391">
                <a:moveTo>
                  <a:pt x="0" y="0"/>
                </a:moveTo>
                <a:lnTo>
                  <a:pt x="568390" y="0"/>
                </a:lnTo>
                <a:lnTo>
                  <a:pt x="568390" y="568391"/>
                </a:lnTo>
                <a:lnTo>
                  <a:pt x="0" y="56839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S12_Shp17" id="17"/>
          <p:cNvSpPr/>
          <p:nvPr/>
        </p:nvSpPr>
        <p:spPr>
          <a:xfrm flipH="false" flipV="false" rot="0">
            <a:off x="-9620100" y="-442321"/>
            <a:ext cx="11171642" cy="11171642"/>
          </a:xfrm>
          <a:custGeom>
            <a:avLst/>
            <a:gdLst/>
            <a:ahLst/>
            <a:cxnLst/>
            <a:rect r="r" b="b" t="t" l="l"/>
            <a:pathLst>
              <a:path h="11171642" w="11171642">
                <a:moveTo>
                  <a:pt x="0" y="0"/>
                </a:moveTo>
                <a:lnTo>
                  <a:pt x="11171642" y="0"/>
                </a:lnTo>
                <a:lnTo>
                  <a:pt x="11171642" y="11171642"/>
                </a:lnTo>
                <a:lnTo>
                  <a:pt x="0" y="111716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txBody>
          <a:bodyPr/>
          <a:p/>
        </p:txBody>
      </p:sp>
      <p:sp>
        <p:nvSpPr>
          <p:cNvPr name="!!S12_Shp18" id="18"/>
          <p:cNvSpPr/>
          <p:nvPr/>
        </p:nvSpPr>
        <p:spPr>
          <a:xfrm flipH="true" flipV="false" rot="0">
            <a:off x="2434853" y="2200116"/>
            <a:ext cx="2134492" cy="2749345"/>
          </a:xfrm>
          <a:custGeom>
            <a:avLst/>
            <a:gdLst/>
            <a:ahLst/>
            <a:cxnLst/>
            <a:rect r="r" b="b" t="t" l="l"/>
            <a:pathLst>
              <a:path h="2749345" w="2134492">
                <a:moveTo>
                  <a:pt x="2134492" y="0"/>
                </a:moveTo>
                <a:lnTo>
                  <a:pt x="0" y="0"/>
                </a:lnTo>
                <a:lnTo>
                  <a:pt x="0" y="2749345"/>
                </a:lnTo>
                <a:lnTo>
                  <a:pt x="2134492" y="2749345"/>
                </a:lnTo>
                <a:lnTo>
                  <a:pt x="2134492" y="0"/>
                </a:lnTo>
                <a:close/>
              </a:path>
            </a:pathLst>
          </a:custGeom>
          <a:blipFill>
            <a:blip r:embed="rId13">
              <a:extLst>
                <a:ext uri="{96DAC541-7B7A-43D3-8B79-37D633B846F1}">
                  <asvg:svgBlip xmlns:asvg="http://schemas.microsoft.com/office/drawing/2016/SVG/main" r:embed="rId14"/>
                </a:ext>
              </a:extLst>
            </a:blip>
            <a:stretch>
              <a:fillRect l="0" t="0" r="0" b="0"/>
            </a:stretch>
          </a:blipFill>
        </p:spPr>
        <p:txBody>
          <a:bodyPr/>
          <a:p/>
        </p:txBody>
      </p:sp>
      <p:sp>
        <p:nvSpPr>
          <p:cNvPr name="!!S12_Shp19" id="19"/>
          <p:cNvSpPr/>
          <p:nvPr/>
        </p:nvSpPr>
        <p:spPr>
          <a:xfrm flipH="false" flipV="false" rot="5400000">
            <a:off x="14307793" y="4126057"/>
            <a:ext cx="849863" cy="754061"/>
          </a:xfrm>
          <a:custGeom>
            <a:avLst/>
            <a:gdLst/>
            <a:ahLst/>
            <a:cxnLst/>
            <a:rect r="r" b="b" t="t" l="l"/>
            <a:pathLst>
              <a:path h="754061" w="849863">
                <a:moveTo>
                  <a:pt x="0" y="0"/>
                </a:moveTo>
                <a:lnTo>
                  <a:pt x="849863" y="0"/>
                </a:lnTo>
                <a:lnTo>
                  <a:pt x="849863" y="754061"/>
                </a:lnTo>
                <a:lnTo>
                  <a:pt x="0" y="7540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txBody>
          <a:bodyPr/>
          <a:p/>
        </p:txBody>
      </p:sp>
      <p:sp>
        <p:nvSpPr>
          <p:cNvPr name="!!Persistent_PageNumber" id="20"/>
          <p:cNvSpPr txBox="true"/>
          <p:nvPr/>
        </p:nvSpPr>
        <p:spPr>
          <a:xfrm rot="0">
            <a:off x="15874137" y="696465"/>
            <a:ext cx="1154535" cy="771525"/>
          </a:xfrm>
          <a:prstGeom prst="rect">
            <a:avLst/>
          </a:prstGeom>
        </p:spPr>
        <p:txBody>
          <a:bodyPr anchor="t" rtlCol="false" tIns="0" lIns="0" bIns="0" rIns="0">
            <a:spAutoFit/>
          </a:bodyPr>
          <a:lstStyle/>
          <a:p>
            <a:pPr algn="r">
              <a:lnSpc>
                <a:spcPts val="6299"/>
              </a:lnSpc>
            </a:pPr>
            <a:r>
              <a:rPr lang="en-US" b="true" sz="4500" spc="639">
                <a:solidFill>
                  <a:srgbClr val="FDFDFD"/>
                </a:solidFill>
                <a:latin typeface="Fira Sans Bold"/>
                <a:ea typeface="Fira Sans Bold"/>
                <a:cs typeface="Fira Sans Bold"/>
                <a:sym typeface="Fira Sans Bold"/>
              </a:rPr>
              <a:t>12</a:t>
            </a:r>
          </a:p>
        </p:txBody>
      </p:sp>
      <p:sp>
        <p:nvSpPr>
          <p:cNvPr name="!!Persistent_HeaderTitle" id="21"/>
          <p:cNvSpPr txBox="true"/>
          <p:nvPr/>
        </p:nvSpPr>
        <p:spPr>
          <a:xfrm rot="0">
            <a:off x="3022829" y="583752"/>
            <a:ext cx="6783732" cy="349250"/>
          </a:xfrm>
          <a:prstGeom prst="rect">
            <a:avLst/>
          </a:prstGeom>
        </p:spPr>
        <p:txBody>
          <a:bodyPr anchor="t" rtlCol="false" tIns="0" lIns="0" bIns="0" rIns="0">
            <a:spAutoFit/>
          </a:bodyPr>
          <a:lstStyle/>
          <a:p>
            <a:pPr algn="just">
              <a:lnSpc>
                <a:spcPts val="2800"/>
              </a:lnSpc>
            </a:pPr>
            <a:r>
              <a:rPr lang="en-US" sz="2000">
                <a:solidFill>
                  <a:srgbClr val="082009"/>
                </a:solidFill>
                <a:latin typeface="Fira Sans"/>
                <a:ea typeface="Fira Sans"/>
                <a:cs typeface="Fira Sans"/>
                <a:sym typeface="Fira Sans"/>
              </a:rPr>
              <a:t>Portofolio - Kevin Pratama - www.situssupercanggih.co.id</a:t>
            </a:r>
          </a:p>
        </p:txBody>
      </p:sp>
      <p:sp>
        <p:nvSpPr>
          <p:cNvPr name="!!S12_Shp22" id="22"/>
          <p:cNvSpPr txBox="true"/>
          <p:nvPr/>
        </p:nvSpPr>
        <p:spPr>
          <a:xfrm rot="0">
            <a:off x="5169420" y="1852685"/>
            <a:ext cx="8540531" cy="1675936"/>
          </a:xfrm>
          <a:prstGeom prst="rect">
            <a:avLst/>
          </a:prstGeom>
        </p:spPr>
        <p:txBody>
          <a:bodyPr anchor="t" rtlCol="false" tIns="0" lIns="0" bIns="0" rIns="0">
            <a:spAutoFit/>
          </a:bodyPr>
          <a:lstStyle/>
          <a:p>
            <a:pPr algn="just">
              <a:lnSpc>
                <a:spcPts val="12576"/>
              </a:lnSpc>
            </a:pPr>
            <a:r>
              <a:rPr lang="en-US" sz="12703">
                <a:gradFill>
                  <a:gsLst>
                    <a:gs pos="0">
                      <a:srgbClr val="19621D">
                        <a:alpha val="100000"/>
                      </a:srgbClr>
                    </a:gs>
                    <a:gs pos="100000">
                      <a:srgbClr val="0A3931">
                        <a:alpha val="100000"/>
                      </a:srgbClr>
                    </a:gs>
                  </a:gsLst>
                  <a:lin ang="2700000"/>
                </a:gradFill>
                <a:latin typeface="Notable"/>
                <a:ea typeface="Notable"/>
                <a:cs typeface="Notable"/>
                <a:sym typeface="Notable"/>
              </a:rPr>
              <a:t>TERIMA</a:t>
            </a:r>
          </a:p>
        </p:txBody>
      </p:sp>
      <p:sp>
        <p:nvSpPr>
          <p:cNvPr name="!!S12_Shp23" id="23"/>
          <p:cNvSpPr txBox="true"/>
          <p:nvPr/>
        </p:nvSpPr>
        <p:spPr>
          <a:xfrm rot="0">
            <a:off x="5169420" y="3368775"/>
            <a:ext cx="8171154" cy="1675936"/>
          </a:xfrm>
          <a:prstGeom prst="rect">
            <a:avLst/>
          </a:prstGeom>
        </p:spPr>
        <p:txBody>
          <a:bodyPr anchor="t" rtlCol="false" tIns="0" lIns="0" bIns="0" rIns="0">
            <a:spAutoFit/>
          </a:bodyPr>
          <a:lstStyle/>
          <a:p>
            <a:pPr algn="l">
              <a:lnSpc>
                <a:spcPts val="12576"/>
              </a:lnSpc>
            </a:pPr>
            <a:r>
              <a:rPr lang="en-US" sz="12703">
                <a:gradFill>
                  <a:gsLst>
                    <a:gs pos="0">
                      <a:srgbClr val="19621D">
                        <a:alpha val="100000"/>
                      </a:srgbClr>
                    </a:gs>
                    <a:gs pos="100000">
                      <a:srgbClr val="0A3931">
                        <a:alpha val="100000"/>
                      </a:srgbClr>
                    </a:gs>
                  </a:gsLst>
                  <a:lin ang="2700000"/>
                </a:gradFill>
                <a:latin typeface="Notable"/>
                <a:ea typeface="Notable"/>
                <a:cs typeface="Notable"/>
                <a:sym typeface="Notable"/>
              </a:rPr>
              <a:t>KASIH</a:t>
            </a:r>
          </a:p>
        </p:txBody>
      </p:sp>
      <p:sp>
        <p:nvSpPr>
          <p:cNvPr name="!!S12_Shp24" id="24"/>
          <p:cNvSpPr txBox="true"/>
          <p:nvPr/>
        </p:nvSpPr>
        <p:spPr>
          <a:xfrm rot="0">
            <a:off x="3861771" y="6715864"/>
            <a:ext cx="3918329" cy="443865"/>
          </a:xfrm>
          <a:prstGeom prst="rect">
            <a:avLst/>
          </a:prstGeom>
        </p:spPr>
        <p:txBody>
          <a:bodyPr anchor="t" rtlCol="false" tIns="0" lIns="0" bIns="0" rIns="0">
            <a:spAutoFit/>
          </a:bodyPr>
          <a:lstStyle/>
          <a:p>
            <a:pPr algn="l">
              <a:lnSpc>
                <a:spcPts val="3479"/>
              </a:lnSpc>
            </a:pPr>
            <a:r>
              <a:rPr lang="en-US" sz="3000">
                <a:solidFill>
                  <a:srgbClr val="FDFDFD"/>
                </a:solidFill>
                <a:latin typeface="Fira Sans"/>
                <a:ea typeface="Fira Sans"/>
                <a:cs typeface="Fira Sans"/>
                <a:sym typeface="Fira Sans"/>
              </a:rPr>
              <a:t>62-819-9977-3020</a:t>
            </a:r>
          </a:p>
        </p:txBody>
      </p:sp>
      <p:sp>
        <p:nvSpPr>
          <p:cNvPr name="!!S12_Shp25" id="25"/>
          <p:cNvSpPr txBox="true"/>
          <p:nvPr/>
        </p:nvSpPr>
        <p:spPr>
          <a:xfrm rot="0">
            <a:off x="3861771" y="6176749"/>
            <a:ext cx="3660989" cy="443865"/>
          </a:xfrm>
          <a:prstGeom prst="rect">
            <a:avLst/>
          </a:prstGeom>
        </p:spPr>
        <p:txBody>
          <a:bodyPr anchor="t" rtlCol="false" tIns="0" lIns="0" bIns="0" rIns="0">
            <a:spAutoFit/>
          </a:bodyPr>
          <a:lstStyle/>
          <a:p>
            <a:pPr algn="l">
              <a:lnSpc>
                <a:spcPts val="3479"/>
              </a:lnSpc>
            </a:pPr>
            <a:r>
              <a:rPr lang="en-US" sz="3000" u="sng" b="true">
                <a:solidFill>
                  <a:srgbClr val="FDFDFD"/>
                </a:solidFill>
                <a:latin typeface="Fira Sans Bold"/>
                <a:ea typeface="Fira Sans Bold"/>
                <a:cs typeface="Fira Sans Bold"/>
                <a:sym typeface="Fira Sans Bold"/>
              </a:rPr>
              <a:t>Nomor Ponsel</a:t>
            </a:r>
          </a:p>
        </p:txBody>
      </p:sp>
      <p:sp>
        <p:nvSpPr>
          <p:cNvPr name="!!S12_Shp26" id="26"/>
          <p:cNvSpPr txBox="true"/>
          <p:nvPr/>
        </p:nvSpPr>
        <p:spPr>
          <a:xfrm rot="0">
            <a:off x="3861771" y="7946494"/>
            <a:ext cx="5944790" cy="443865"/>
          </a:xfrm>
          <a:prstGeom prst="rect">
            <a:avLst/>
          </a:prstGeom>
        </p:spPr>
        <p:txBody>
          <a:bodyPr anchor="t" rtlCol="false" tIns="0" lIns="0" bIns="0" rIns="0">
            <a:spAutoFit/>
          </a:bodyPr>
          <a:lstStyle/>
          <a:p>
            <a:pPr algn="l">
              <a:lnSpc>
                <a:spcPts val="3479"/>
              </a:lnSpc>
            </a:pPr>
            <a:r>
              <a:rPr lang="en-US" sz="3000">
                <a:solidFill>
                  <a:srgbClr val="FDFDFD"/>
                </a:solidFill>
                <a:latin typeface="Fira Sans"/>
                <a:ea typeface="Fira Sans"/>
                <a:cs typeface="Fira Sans"/>
                <a:sym typeface="Fira Sans"/>
              </a:rPr>
              <a:t>halo@situssupercanggih.co.id</a:t>
            </a:r>
          </a:p>
        </p:txBody>
      </p:sp>
      <p:sp>
        <p:nvSpPr>
          <p:cNvPr name="!!S12_Shp27" id="27"/>
          <p:cNvSpPr txBox="true"/>
          <p:nvPr/>
        </p:nvSpPr>
        <p:spPr>
          <a:xfrm rot="0">
            <a:off x="3861771" y="7407379"/>
            <a:ext cx="3660989" cy="443865"/>
          </a:xfrm>
          <a:prstGeom prst="rect">
            <a:avLst/>
          </a:prstGeom>
        </p:spPr>
        <p:txBody>
          <a:bodyPr anchor="t" rtlCol="false" tIns="0" lIns="0" bIns="0" rIns="0">
            <a:spAutoFit/>
          </a:bodyPr>
          <a:lstStyle/>
          <a:p>
            <a:pPr algn="l">
              <a:lnSpc>
                <a:spcPts val="3479"/>
              </a:lnSpc>
            </a:pPr>
            <a:r>
              <a:rPr lang="en-US" sz="3000" u="sng" b="true">
                <a:solidFill>
                  <a:srgbClr val="FDFDFD"/>
                </a:solidFill>
                <a:latin typeface="Fira Sans Bold"/>
                <a:ea typeface="Fira Sans Bold"/>
                <a:cs typeface="Fira Sans Bold"/>
                <a:sym typeface="Fira Sans Bold"/>
              </a:rPr>
              <a:t>Surat Elektronik</a:t>
            </a:r>
          </a:p>
        </p:txBody>
      </p:sp>
      <p:sp>
        <p:nvSpPr>
          <p:cNvPr name="!!S12_Shp28" id="28"/>
          <p:cNvSpPr txBox="true"/>
          <p:nvPr/>
        </p:nvSpPr>
        <p:spPr>
          <a:xfrm rot="0">
            <a:off x="11004918" y="6715864"/>
            <a:ext cx="3918329" cy="443865"/>
          </a:xfrm>
          <a:prstGeom prst="rect">
            <a:avLst/>
          </a:prstGeom>
        </p:spPr>
        <p:txBody>
          <a:bodyPr anchor="t" rtlCol="false" tIns="0" lIns="0" bIns="0" rIns="0">
            <a:spAutoFit/>
          </a:bodyPr>
          <a:lstStyle/>
          <a:p>
            <a:pPr algn="l">
              <a:lnSpc>
                <a:spcPts val="3479"/>
              </a:lnSpc>
            </a:pPr>
            <a:r>
              <a:rPr lang="en-US" sz="3000">
                <a:solidFill>
                  <a:srgbClr val="FDFDFD"/>
                </a:solidFill>
                <a:latin typeface="Fira Sans"/>
                <a:ea typeface="Fira Sans"/>
                <a:cs typeface="Fira Sans"/>
                <a:sym typeface="Fira Sans"/>
              </a:rPr>
              <a:t>@situssupercanggih</a:t>
            </a:r>
          </a:p>
        </p:txBody>
      </p:sp>
      <p:sp>
        <p:nvSpPr>
          <p:cNvPr name="!!S12_Shp29" id="29"/>
          <p:cNvSpPr txBox="true"/>
          <p:nvPr/>
        </p:nvSpPr>
        <p:spPr>
          <a:xfrm rot="0">
            <a:off x="11004918" y="6176749"/>
            <a:ext cx="3660989" cy="443865"/>
          </a:xfrm>
          <a:prstGeom prst="rect">
            <a:avLst/>
          </a:prstGeom>
        </p:spPr>
        <p:txBody>
          <a:bodyPr anchor="t" rtlCol="false" tIns="0" lIns="0" bIns="0" rIns="0">
            <a:spAutoFit/>
          </a:bodyPr>
          <a:lstStyle/>
          <a:p>
            <a:pPr algn="l">
              <a:lnSpc>
                <a:spcPts val="3479"/>
              </a:lnSpc>
            </a:pPr>
            <a:r>
              <a:rPr lang="en-US" sz="3000" u="sng" b="true">
                <a:solidFill>
                  <a:srgbClr val="FDFDFD"/>
                </a:solidFill>
                <a:latin typeface="Fira Sans Bold"/>
                <a:ea typeface="Fira Sans Bold"/>
                <a:cs typeface="Fira Sans Bold"/>
                <a:sym typeface="Fira Sans Bold"/>
              </a:rPr>
              <a:t>Media Sosial</a:t>
            </a:r>
          </a:p>
        </p:txBody>
      </p:sp>
      <p:sp>
        <p:nvSpPr>
          <p:cNvPr name="!!S12_Shp30" id="30"/>
          <p:cNvSpPr txBox="true"/>
          <p:nvPr/>
        </p:nvSpPr>
        <p:spPr>
          <a:xfrm rot="0">
            <a:off x="11004918" y="7946494"/>
            <a:ext cx="5944790" cy="443865"/>
          </a:xfrm>
          <a:prstGeom prst="rect">
            <a:avLst/>
          </a:prstGeom>
        </p:spPr>
        <p:txBody>
          <a:bodyPr anchor="t" rtlCol="false" tIns="0" lIns="0" bIns="0" rIns="0">
            <a:spAutoFit/>
          </a:bodyPr>
          <a:lstStyle/>
          <a:p>
            <a:pPr algn="l">
              <a:lnSpc>
                <a:spcPts val="3479"/>
              </a:lnSpc>
            </a:pPr>
            <a:r>
              <a:rPr lang="en-US" sz="3000">
                <a:solidFill>
                  <a:srgbClr val="FDFDFD"/>
                </a:solidFill>
                <a:latin typeface="Fira Sans"/>
                <a:ea typeface="Fira Sans"/>
                <a:cs typeface="Fira Sans"/>
                <a:sym typeface="Fira Sans"/>
              </a:rPr>
              <a:t>www.situssupercanggih.co.id</a:t>
            </a:r>
          </a:p>
        </p:txBody>
      </p:sp>
      <p:sp>
        <p:nvSpPr>
          <p:cNvPr name="!!S12_Shp31" id="31"/>
          <p:cNvSpPr txBox="true"/>
          <p:nvPr/>
        </p:nvSpPr>
        <p:spPr>
          <a:xfrm rot="0">
            <a:off x="11004918" y="7407379"/>
            <a:ext cx="3660989" cy="443865"/>
          </a:xfrm>
          <a:prstGeom prst="rect">
            <a:avLst/>
          </a:prstGeom>
        </p:spPr>
        <p:txBody>
          <a:bodyPr anchor="t" rtlCol="false" tIns="0" lIns="0" bIns="0" rIns="0">
            <a:spAutoFit/>
          </a:bodyPr>
          <a:lstStyle/>
          <a:p>
            <a:pPr algn="l">
              <a:lnSpc>
                <a:spcPts val="3479"/>
              </a:lnSpc>
            </a:pPr>
            <a:r>
              <a:rPr lang="en-US" sz="3000" u="sng" b="true">
                <a:solidFill>
                  <a:srgbClr val="FDFDFD"/>
                </a:solidFill>
                <a:latin typeface="Fira Sans Bold"/>
                <a:ea typeface="Fira Sans Bold"/>
                <a:cs typeface="Fira Sans Bold"/>
                <a:sym typeface="Fira Sans Bold"/>
              </a:rPr>
              <a:t>Portofolio</a:t>
            </a:r>
          </a:p>
        </p:txBody>
      </p:sp>
      <p:sp>
        <p:nvSpPr>
          <p:cNvPr name="!!S12_Shp32" id="32"/>
          <p:cNvSpPr/>
          <p:nvPr/>
        </p:nvSpPr>
        <p:spPr>
          <a:xfrm flipH="false" flipV="false" rot="5400000">
            <a:off x="15147578" y="4126057"/>
            <a:ext cx="849863" cy="754061"/>
          </a:xfrm>
          <a:custGeom>
            <a:avLst/>
            <a:gdLst/>
            <a:ahLst/>
            <a:cxnLst/>
            <a:rect r="r" b="b" t="t" l="l"/>
            <a:pathLst>
              <a:path h="754061" w="849863">
                <a:moveTo>
                  <a:pt x="0" y="0"/>
                </a:moveTo>
                <a:lnTo>
                  <a:pt x="849863" y="0"/>
                </a:lnTo>
                <a:lnTo>
                  <a:pt x="849863" y="754061"/>
                </a:lnTo>
                <a:lnTo>
                  <a:pt x="0" y="7540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txBody>
          <a:bodyPr/>
          <a:p/>
        </p:txBody>
      </p:sp>
      <p:sp>
        <p:nvSpPr>
          <p:cNvPr name="!!S12_Shp33" id="33"/>
          <p:cNvSpPr/>
          <p:nvPr/>
        </p:nvSpPr>
        <p:spPr>
          <a:xfrm flipH="false" flipV="false" rot="5400000">
            <a:off x="15987364" y="4126057"/>
            <a:ext cx="849863" cy="754061"/>
          </a:xfrm>
          <a:custGeom>
            <a:avLst/>
            <a:gdLst/>
            <a:ahLst/>
            <a:cxnLst/>
            <a:rect r="r" b="b" t="t" l="l"/>
            <a:pathLst>
              <a:path h="754061" w="849863">
                <a:moveTo>
                  <a:pt x="0" y="0"/>
                </a:moveTo>
                <a:lnTo>
                  <a:pt x="849863" y="0"/>
                </a:lnTo>
                <a:lnTo>
                  <a:pt x="849863" y="754061"/>
                </a:lnTo>
                <a:lnTo>
                  <a:pt x="0" y="7540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txBody>
          <a:bodyPr/>
          <a:p/>
        </p:txBody>
      </p:sp>
      <p:grpSp>
        <p:nvGrpSpPr>
          <p:cNvPr name="!!S11_Shp7" id="150"/>
          <p:cNvGrpSpPr/>
          <p:nvPr/>
        </p:nvGrpSpPr>
        <p:grpSpPr>
          <a:xfrm rot="0">
            <a:off x="-7835329" y="-13467795"/>
            <a:ext cx="3269874" cy="11467795"/>
            <a:chOff x="0" y="0"/>
            <a:chExt cx="861201" cy="3020325"/>
          </a:xfrm>
        </p:grpSpPr>
        <p:sp>
          <p:nvSpPr>
            <p:cNvPr name="Freeform 8" id="8"/>
            <p:cNvSpPr/>
            <p:nvPr/>
          </p:nvSpPr>
          <p:spPr>
            <a:xfrm flipH="false" flipV="false" rot="0">
              <a:off x="0" y="0"/>
              <a:ext cx="861201" cy="3020325"/>
            </a:xfrm>
            <a:custGeom>
              <a:avLst/>
              <a:gdLst/>
              <a:ahLst/>
              <a:cxnLst/>
              <a:rect r="r" b="b" t="t" l="l"/>
              <a:pathLst>
                <a:path h="3020325" w="861201">
                  <a:moveTo>
                    <a:pt x="30779" y="0"/>
                  </a:moveTo>
                  <a:lnTo>
                    <a:pt x="830422" y="0"/>
                  </a:lnTo>
                  <a:cubicBezTo>
                    <a:pt x="847421" y="0"/>
                    <a:pt x="861201" y="13780"/>
                    <a:pt x="861201" y="30779"/>
                  </a:cubicBezTo>
                  <a:lnTo>
                    <a:pt x="861201" y="2989545"/>
                  </a:lnTo>
                  <a:cubicBezTo>
                    <a:pt x="861201" y="3006544"/>
                    <a:pt x="847421" y="3020325"/>
                    <a:pt x="830422" y="3020325"/>
                  </a:cubicBezTo>
                  <a:lnTo>
                    <a:pt x="30779" y="3020325"/>
                  </a:lnTo>
                  <a:cubicBezTo>
                    <a:pt x="13780" y="3020325"/>
                    <a:pt x="0" y="3006544"/>
                    <a:pt x="0" y="2989545"/>
                  </a:cubicBezTo>
                  <a:lnTo>
                    <a:pt x="0" y="30779"/>
                  </a:lnTo>
                  <a:cubicBezTo>
                    <a:pt x="0" y="13780"/>
                    <a:pt x="13780" y="0"/>
                    <a:pt x="30779" y="0"/>
                  </a:cubicBezTo>
                  <a:close/>
                </a:path>
              </a:pathLst>
            </a:custGeom>
            <a:gradFill rotWithShape="true">
              <a:gsLst>
                <a:gs pos="0">
                  <a:srgbClr val="19621D">
                    <a:alpha val="100000"/>
                  </a:srgbClr>
                </a:gs>
                <a:gs pos="100000">
                  <a:srgbClr val="0A3931">
                    <a:alpha val="100000"/>
                  </a:srgbClr>
                </a:gs>
              </a:gsLst>
              <a:lin ang="2700000"/>
            </a:gradFill>
          </p:spPr>
        </p:sp>
        <p:sp>
          <p:nvSpPr>
            <p:cNvPr name="TextBox 9" id="9"/>
            <p:cNvSpPr txBox="true"/>
            <p:nvPr/>
          </p:nvSpPr>
          <p:spPr>
            <a:xfrm>
              <a:off x="0" y="-47625"/>
              <a:ext cx="861201" cy="3067950"/>
            </a:xfrm>
            <a:prstGeom prst="rect">
              <a:avLst/>
            </a:prstGeom>
          </p:spPr>
          <p:txBody>
            <a:bodyPr anchor="ctr" rtlCol="false" tIns="50800" lIns="50800" bIns="50800" rIns="50800"/>
            <a:lstStyle/>
            <a:p>
              <a:pPr algn="ctr">
                <a:lnSpc>
                  <a:spcPts val="2800"/>
                </a:lnSpc>
              </a:pPr>
            </a:p>
          </p:txBody>
        </p:sp>
      </p:grpSp>
      <p:grpSp>
        <p:nvGrpSpPr>
          <p:cNvPr name="!!S11_Shp10" id="151"/>
          <p:cNvGrpSpPr/>
          <p:nvPr/>
        </p:nvGrpSpPr>
        <p:grpSpPr>
          <a:xfrm rot="0">
            <a:off x="-10020564" y="-3078387"/>
            <a:ext cx="5636735" cy="1078387"/>
            <a:chOff x="0" y="0"/>
            <a:chExt cx="1484572" cy="284020"/>
          </a:xfrm>
        </p:grpSpPr>
        <p:sp>
          <p:nvSpPr>
            <p:cNvPr name="Freeform 11" id="11"/>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2" id="12"/>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grpSp>
        <p:nvGrpSpPr>
          <p:cNvPr name="!!S11_Shp13" id="152"/>
          <p:cNvGrpSpPr/>
          <p:nvPr/>
        </p:nvGrpSpPr>
        <p:grpSpPr>
          <a:xfrm rot="0">
            <a:off x="-10020564" y="-3078387"/>
            <a:ext cx="5636735" cy="1078387"/>
            <a:chOff x="0" y="0"/>
            <a:chExt cx="1484572" cy="284020"/>
          </a:xfrm>
        </p:grpSpPr>
        <p:sp>
          <p:nvSpPr>
            <p:cNvPr name="Freeform 14" id="14"/>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15" id="15"/>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sp>
        <p:nvSpPr>
          <p:cNvPr name="!!S11_Shp16" id="153"/>
          <p:cNvSpPr txBox="true"/>
          <p:nvPr/>
        </p:nvSpPr>
        <p:spPr>
          <a:xfrm rot="0">
            <a:off x="-9843311" y="-2365125"/>
            <a:ext cx="5282229"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Penulisan Naskah Konten</a:t>
            </a:r>
          </a:p>
        </p:txBody>
      </p:sp>
      <p:grpSp>
        <p:nvGrpSpPr>
          <p:cNvPr name="!!S11_Shp17" id="154"/>
          <p:cNvGrpSpPr/>
          <p:nvPr/>
        </p:nvGrpSpPr>
        <p:grpSpPr>
          <a:xfrm rot="0">
            <a:off x="-10093462" y="-3078387"/>
            <a:ext cx="5636735" cy="1078387"/>
            <a:chOff x="0" y="0"/>
            <a:chExt cx="1484572" cy="284020"/>
          </a:xfrm>
        </p:grpSpPr>
        <p:sp>
          <p:nvSpPr>
            <p:cNvPr name="Freeform 18" id="18"/>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19" id="19"/>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grpSp>
        <p:nvGrpSpPr>
          <p:cNvPr name="!!S11_Shp20" id="155"/>
          <p:cNvGrpSpPr/>
          <p:nvPr/>
        </p:nvGrpSpPr>
        <p:grpSpPr>
          <a:xfrm rot="0">
            <a:off x="-10093462" y="6372092"/>
            <a:ext cx="5636735" cy="1078387"/>
            <a:chOff x="0" y="0"/>
            <a:chExt cx="1484572" cy="284020"/>
          </a:xfrm>
        </p:grpSpPr>
        <p:sp>
          <p:nvSpPr>
            <p:cNvPr name="Freeform 21" id="21"/>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22" id="22"/>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sp>
        <p:nvSpPr>
          <p:cNvPr name="!!S11_Shp23" id="156"/>
          <p:cNvSpPr txBox="true"/>
          <p:nvPr/>
        </p:nvSpPr>
        <p:spPr>
          <a:xfrm rot="0">
            <a:off x="-9916209" y="6733485"/>
            <a:ext cx="5282229" cy="365125"/>
          </a:xfrm>
          <a:prstGeom prst="rect">
            <a:avLst/>
          </a:prstGeom>
        </p:spPr>
        <p:txBody>
          <a:bodyPr anchor="t" rtlCol="false" tIns="0" lIns="0" bIns="0" rIns="0">
            <a:spAutoFit/>
          </a:bodyPr>
          <a:lstStyle/>
          <a:p>
            <a:pPr algn="ctr">
              <a:lnSpc>
                <a:spcPts val="2899"/>
              </a:lnSpc>
            </a:pPr>
            <a:r>
              <a:rPr lang="en-US" sz="2499" b="true">
                <a:solidFill>
                  <a:srgbClr val="FDFDFD"/>
                </a:solidFill>
                <a:latin typeface="Fira Sans Bold"/>
                <a:ea typeface="Fira Sans Bold"/>
                <a:cs typeface="Fira Sans Bold"/>
                <a:sym typeface="Fira Sans Bold"/>
              </a:rPr>
              <a:t>Pengelolaan Media Sosial</a:t>
            </a:r>
          </a:p>
        </p:txBody>
      </p:sp>
      <p:grpSp>
        <p:nvGrpSpPr>
          <p:cNvPr name="!!S11_Shp24" id="157"/>
          <p:cNvGrpSpPr/>
          <p:nvPr/>
        </p:nvGrpSpPr>
        <p:grpSpPr>
          <a:xfrm rot="0">
            <a:off x="-10093462" y="7688604"/>
            <a:ext cx="5636735" cy="1078387"/>
            <a:chOff x="0" y="0"/>
            <a:chExt cx="1484572" cy="284020"/>
          </a:xfrm>
        </p:grpSpPr>
        <p:sp>
          <p:nvSpPr>
            <p:cNvPr name="Freeform 25" id="25"/>
            <p:cNvSpPr/>
            <p:nvPr/>
          </p:nvSpPr>
          <p:spPr>
            <a:xfrm flipH="false" flipV="false" rot="0">
              <a:off x="0" y="0"/>
              <a:ext cx="1484572" cy="284020"/>
            </a:xfrm>
            <a:custGeom>
              <a:avLst/>
              <a:gdLst/>
              <a:ahLst/>
              <a:cxnLst/>
              <a:rect r="r" b="b" t="t" l="l"/>
              <a:pathLst>
                <a:path h="284020" w="1484572">
                  <a:moveTo>
                    <a:pt x="17855" y="0"/>
                  </a:moveTo>
                  <a:lnTo>
                    <a:pt x="1466717" y="0"/>
                  </a:lnTo>
                  <a:cubicBezTo>
                    <a:pt x="1471452" y="0"/>
                    <a:pt x="1475994" y="1881"/>
                    <a:pt x="1479342" y="5230"/>
                  </a:cubicBezTo>
                  <a:cubicBezTo>
                    <a:pt x="1482691" y="8578"/>
                    <a:pt x="1484572" y="13120"/>
                    <a:pt x="1484572" y="17855"/>
                  </a:cubicBezTo>
                  <a:lnTo>
                    <a:pt x="1484572" y="266164"/>
                  </a:lnTo>
                  <a:cubicBezTo>
                    <a:pt x="1484572" y="276026"/>
                    <a:pt x="1476578" y="284020"/>
                    <a:pt x="1466717" y="284020"/>
                  </a:cubicBezTo>
                  <a:lnTo>
                    <a:pt x="17855" y="284020"/>
                  </a:lnTo>
                  <a:cubicBezTo>
                    <a:pt x="13120" y="284020"/>
                    <a:pt x="8578" y="282138"/>
                    <a:pt x="5230" y="278790"/>
                  </a:cubicBezTo>
                  <a:cubicBezTo>
                    <a:pt x="1881" y="275441"/>
                    <a:pt x="0" y="270900"/>
                    <a:pt x="0" y="266164"/>
                  </a:cubicBezTo>
                  <a:lnTo>
                    <a:pt x="0" y="17855"/>
                  </a:lnTo>
                  <a:cubicBezTo>
                    <a:pt x="0" y="7994"/>
                    <a:pt x="7994" y="0"/>
                    <a:pt x="17855"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26" id="26"/>
            <p:cNvSpPr txBox="true"/>
            <p:nvPr/>
          </p:nvSpPr>
          <p:spPr>
            <a:xfrm>
              <a:off x="0" y="-47625"/>
              <a:ext cx="1484572" cy="331645"/>
            </a:xfrm>
            <a:prstGeom prst="rect">
              <a:avLst/>
            </a:prstGeom>
          </p:spPr>
          <p:txBody>
            <a:bodyPr anchor="ctr" rtlCol="false" tIns="50800" lIns="50800" bIns="50800" rIns="50800"/>
            <a:lstStyle/>
            <a:p>
              <a:pPr algn="ctr">
                <a:lnSpc>
                  <a:spcPts val="2800"/>
                </a:lnSpc>
              </a:pPr>
            </a:p>
          </p:txBody>
        </p:sp>
      </p:grpSp>
      <p:grpSp>
        <p:nvGrpSpPr>
          <p:cNvPr name="!!S11_Shp27" id="158"/>
          <p:cNvGrpSpPr/>
          <p:nvPr/>
        </p:nvGrpSpPr>
        <p:grpSpPr>
          <a:xfrm rot="0">
            <a:off x="-5451405" y="-2725416"/>
            <a:ext cx="684927" cy="725416"/>
            <a:chOff x="0" y="0"/>
            <a:chExt cx="180392" cy="191056"/>
          </a:xfrm>
        </p:grpSpPr>
        <p:sp>
          <p:nvSpPr>
            <p:cNvPr name="Freeform 28" id="28"/>
            <p:cNvSpPr/>
            <p:nvPr/>
          </p:nvSpPr>
          <p:spPr>
            <a:xfrm flipH="false" flipV="false" rot="0">
              <a:off x="0" y="0"/>
              <a:ext cx="180392" cy="191056"/>
            </a:xfrm>
            <a:custGeom>
              <a:avLst/>
              <a:gdLst/>
              <a:ahLst/>
              <a:cxnLst/>
              <a:rect r="r" b="b" t="t" l="l"/>
              <a:pathLst>
                <a:path h="191056" w="180392">
                  <a:moveTo>
                    <a:pt x="90196" y="0"/>
                  </a:moveTo>
                  <a:lnTo>
                    <a:pt x="90196" y="0"/>
                  </a:lnTo>
                  <a:cubicBezTo>
                    <a:pt x="140010" y="0"/>
                    <a:pt x="180392" y="40382"/>
                    <a:pt x="180392" y="90196"/>
                  </a:cubicBezTo>
                  <a:lnTo>
                    <a:pt x="180392" y="100860"/>
                  </a:lnTo>
                  <a:cubicBezTo>
                    <a:pt x="180392" y="124782"/>
                    <a:pt x="170890" y="147723"/>
                    <a:pt x="153974" y="164638"/>
                  </a:cubicBezTo>
                  <a:cubicBezTo>
                    <a:pt x="137059" y="181553"/>
                    <a:pt x="114118" y="191056"/>
                    <a:pt x="90196" y="191056"/>
                  </a:cubicBezTo>
                  <a:lnTo>
                    <a:pt x="90196" y="191056"/>
                  </a:lnTo>
                  <a:cubicBezTo>
                    <a:pt x="40382" y="191056"/>
                    <a:pt x="0" y="150674"/>
                    <a:pt x="0" y="100860"/>
                  </a:cubicBezTo>
                  <a:lnTo>
                    <a:pt x="0" y="90196"/>
                  </a:lnTo>
                  <a:cubicBezTo>
                    <a:pt x="0" y="66275"/>
                    <a:pt x="9503" y="43333"/>
                    <a:pt x="26418" y="26418"/>
                  </a:cubicBezTo>
                  <a:cubicBezTo>
                    <a:pt x="43333" y="9503"/>
                    <a:pt x="66275" y="0"/>
                    <a:pt x="90196"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29" id="29"/>
            <p:cNvSpPr txBox="true"/>
            <p:nvPr/>
          </p:nvSpPr>
          <p:spPr>
            <a:xfrm>
              <a:off x="0" y="-47625"/>
              <a:ext cx="180392" cy="238681"/>
            </a:xfrm>
            <a:prstGeom prst="rect">
              <a:avLst/>
            </a:prstGeom>
          </p:spPr>
          <p:txBody>
            <a:bodyPr anchor="ctr" rtlCol="false" tIns="50800" lIns="50800" bIns="50800" rIns="50800"/>
            <a:lstStyle/>
            <a:p>
              <a:pPr algn="ctr">
                <a:lnSpc>
                  <a:spcPts val="2800"/>
                </a:lnSpc>
              </a:pPr>
            </a:p>
          </p:txBody>
        </p:sp>
      </p:grpSp>
      <p:grpSp>
        <p:nvGrpSpPr>
          <p:cNvPr name="!!S11_Shp30" id="159"/>
          <p:cNvGrpSpPr/>
          <p:nvPr/>
        </p:nvGrpSpPr>
        <p:grpSpPr>
          <a:xfrm rot="0">
            <a:off x="-5451405" y="5202113"/>
            <a:ext cx="684927" cy="725416"/>
            <a:chOff x="0" y="0"/>
            <a:chExt cx="180392" cy="191056"/>
          </a:xfrm>
        </p:grpSpPr>
        <p:sp>
          <p:nvSpPr>
            <p:cNvPr name="Freeform 31" id="31"/>
            <p:cNvSpPr/>
            <p:nvPr/>
          </p:nvSpPr>
          <p:spPr>
            <a:xfrm flipH="false" flipV="false" rot="0">
              <a:off x="0" y="0"/>
              <a:ext cx="180392" cy="191056"/>
            </a:xfrm>
            <a:custGeom>
              <a:avLst/>
              <a:gdLst/>
              <a:ahLst/>
              <a:cxnLst/>
              <a:rect r="r" b="b" t="t" l="l"/>
              <a:pathLst>
                <a:path h="191056" w="180392">
                  <a:moveTo>
                    <a:pt x="90196" y="0"/>
                  </a:moveTo>
                  <a:lnTo>
                    <a:pt x="90196" y="0"/>
                  </a:lnTo>
                  <a:cubicBezTo>
                    <a:pt x="140010" y="0"/>
                    <a:pt x="180392" y="40382"/>
                    <a:pt x="180392" y="90196"/>
                  </a:cubicBezTo>
                  <a:lnTo>
                    <a:pt x="180392" y="100860"/>
                  </a:lnTo>
                  <a:cubicBezTo>
                    <a:pt x="180392" y="124782"/>
                    <a:pt x="170890" y="147723"/>
                    <a:pt x="153974" y="164638"/>
                  </a:cubicBezTo>
                  <a:cubicBezTo>
                    <a:pt x="137059" y="181553"/>
                    <a:pt x="114118" y="191056"/>
                    <a:pt x="90196" y="191056"/>
                  </a:cubicBezTo>
                  <a:lnTo>
                    <a:pt x="90196" y="191056"/>
                  </a:lnTo>
                  <a:cubicBezTo>
                    <a:pt x="40382" y="191056"/>
                    <a:pt x="0" y="150674"/>
                    <a:pt x="0" y="100860"/>
                  </a:cubicBezTo>
                  <a:lnTo>
                    <a:pt x="0" y="90196"/>
                  </a:lnTo>
                  <a:cubicBezTo>
                    <a:pt x="0" y="66275"/>
                    <a:pt x="9503" y="43333"/>
                    <a:pt x="26418" y="26418"/>
                  </a:cubicBezTo>
                  <a:cubicBezTo>
                    <a:pt x="43333" y="9503"/>
                    <a:pt x="66275" y="0"/>
                    <a:pt x="90196"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32" id="32"/>
            <p:cNvSpPr txBox="true"/>
            <p:nvPr/>
          </p:nvSpPr>
          <p:spPr>
            <a:xfrm>
              <a:off x="0" y="-47625"/>
              <a:ext cx="180392" cy="238681"/>
            </a:xfrm>
            <a:prstGeom prst="rect">
              <a:avLst/>
            </a:prstGeom>
          </p:spPr>
          <p:txBody>
            <a:bodyPr anchor="ctr" rtlCol="false" tIns="50800" lIns="50800" bIns="50800" rIns="50800"/>
            <a:lstStyle/>
            <a:p>
              <a:pPr algn="ctr">
                <a:lnSpc>
                  <a:spcPts val="2800"/>
                </a:lnSpc>
              </a:pPr>
            </a:p>
          </p:txBody>
        </p:sp>
      </p:grpSp>
      <p:grpSp>
        <p:nvGrpSpPr>
          <p:cNvPr name="!!S11_Shp33" id="160"/>
          <p:cNvGrpSpPr/>
          <p:nvPr/>
        </p:nvGrpSpPr>
        <p:grpSpPr>
          <a:xfrm rot="0">
            <a:off x="-5451405" y="7827546"/>
            <a:ext cx="684927" cy="725416"/>
            <a:chOff x="0" y="0"/>
            <a:chExt cx="180392" cy="191056"/>
          </a:xfrm>
        </p:grpSpPr>
        <p:sp>
          <p:nvSpPr>
            <p:cNvPr name="Freeform 34" id="34"/>
            <p:cNvSpPr/>
            <p:nvPr/>
          </p:nvSpPr>
          <p:spPr>
            <a:xfrm flipH="false" flipV="false" rot="0">
              <a:off x="0" y="0"/>
              <a:ext cx="180392" cy="191056"/>
            </a:xfrm>
            <a:custGeom>
              <a:avLst/>
              <a:gdLst/>
              <a:ahLst/>
              <a:cxnLst/>
              <a:rect r="r" b="b" t="t" l="l"/>
              <a:pathLst>
                <a:path h="191056" w="180392">
                  <a:moveTo>
                    <a:pt x="90196" y="0"/>
                  </a:moveTo>
                  <a:lnTo>
                    <a:pt x="90196" y="0"/>
                  </a:lnTo>
                  <a:cubicBezTo>
                    <a:pt x="140010" y="0"/>
                    <a:pt x="180392" y="40382"/>
                    <a:pt x="180392" y="90196"/>
                  </a:cubicBezTo>
                  <a:lnTo>
                    <a:pt x="180392" y="100860"/>
                  </a:lnTo>
                  <a:cubicBezTo>
                    <a:pt x="180392" y="124782"/>
                    <a:pt x="170890" y="147723"/>
                    <a:pt x="153974" y="164638"/>
                  </a:cubicBezTo>
                  <a:cubicBezTo>
                    <a:pt x="137059" y="181553"/>
                    <a:pt x="114118" y="191056"/>
                    <a:pt x="90196" y="191056"/>
                  </a:cubicBezTo>
                  <a:lnTo>
                    <a:pt x="90196" y="191056"/>
                  </a:lnTo>
                  <a:cubicBezTo>
                    <a:pt x="40382" y="191056"/>
                    <a:pt x="0" y="150674"/>
                    <a:pt x="0" y="100860"/>
                  </a:cubicBezTo>
                  <a:lnTo>
                    <a:pt x="0" y="90196"/>
                  </a:lnTo>
                  <a:cubicBezTo>
                    <a:pt x="0" y="66275"/>
                    <a:pt x="9503" y="43333"/>
                    <a:pt x="26418" y="26418"/>
                  </a:cubicBezTo>
                  <a:cubicBezTo>
                    <a:pt x="43333" y="9503"/>
                    <a:pt x="66275" y="0"/>
                    <a:pt x="90196"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35" id="35"/>
            <p:cNvSpPr txBox="true"/>
            <p:nvPr/>
          </p:nvSpPr>
          <p:spPr>
            <a:xfrm>
              <a:off x="0" y="-47625"/>
              <a:ext cx="180392" cy="238681"/>
            </a:xfrm>
            <a:prstGeom prst="rect">
              <a:avLst/>
            </a:prstGeom>
          </p:spPr>
          <p:txBody>
            <a:bodyPr anchor="ctr" rtlCol="false" tIns="50800" lIns="50800" bIns="50800" rIns="50800"/>
            <a:lstStyle/>
            <a:p>
              <a:pPr algn="ctr">
                <a:lnSpc>
                  <a:spcPts val="2800"/>
                </a:lnSpc>
              </a:pPr>
            </a:p>
          </p:txBody>
        </p:sp>
      </p:grpSp>
      <p:grpSp>
        <p:nvGrpSpPr>
          <p:cNvPr name="!!S11_Shp36" id="161"/>
          <p:cNvGrpSpPr/>
          <p:nvPr/>
        </p:nvGrpSpPr>
        <p:grpSpPr>
          <a:xfrm rot="0">
            <a:off x="-4707833" y="-2725416"/>
            <a:ext cx="692303" cy="725416"/>
            <a:chOff x="0" y="0"/>
            <a:chExt cx="182335" cy="191056"/>
          </a:xfrm>
        </p:grpSpPr>
        <p:sp>
          <p:nvSpPr>
            <p:cNvPr name="Freeform 37" id="37"/>
            <p:cNvSpPr/>
            <p:nvPr/>
          </p:nvSpPr>
          <p:spPr>
            <a:xfrm flipH="false" flipV="false" rot="0">
              <a:off x="0" y="0"/>
              <a:ext cx="182335" cy="191056"/>
            </a:xfrm>
            <a:custGeom>
              <a:avLst/>
              <a:gdLst/>
              <a:ahLst/>
              <a:cxnLst/>
              <a:rect r="r" b="b" t="t" l="l"/>
              <a:pathLst>
                <a:path h="191056" w="182335">
                  <a:moveTo>
                    <a:pt x="91167" y="0"/>
                  </a:moveTo>
                  <a:lnTo>
                    <a:pt x="91167" y="0"/>
                  </a:lnTo>
                  <a:cubicBezTo>
                    <a:pt x="115347" y="0"/>
                    <a:pt x="138535" y="9605"/>
                    <a:pt x="155633" y="26702"/>
                  </a:cubicBezTo>
                  <a:cubicBezTo>
                    <a:pt x="172730" y="43800"/>
                    <a:pt x="182335" y="66988"/>
                    <a:pt x="182335" y="91167"/>
                  </a:cubicBezTo>
                  <a:lnTo>
                    <a:pt x="182335" y="99889"/>
                  </a:lnTo>
                  <a:cubicBezTo>
                    <a:pt x="182335" y="124068"/>
                    <a:pt x="172730" y="147257"/>
                    <a:pt x="155633" y="164354"/>
                  </a:cubicBezTo>
                  <a:cubicBezTo>
                    <a:pt x="138535" y="181451"/>
                    <a:pt x="115347" y="191056"/>
                    <a:pt x="91167" y="191056"/>
                  </a:cubicBezTo>
                  <a:lnTo>
                    <a:pt x="91167" y="191056"/>
                  </a:lnTo>
                  <a:cubicBezTo>
                    <a:pt x="66988" y="191056"/>
                    <a:pt x="43800" y="181451"/>
                    <a:pt x="26702" y="164354"/>
                  </a:cubicBezTo>
                  <a:cubicBezTo>
                    <a:pt x="9605" y="147257"/>
                    <a:pt x="0" y="124068"/>
                    <a:pt x="0" y="99889"/>
                  </a:cubicBezTo>
                  <a:lnTo>
                    <a:pt x="0" y="91167"/>
                  </a:lnTo>
                  <a:cubicBezTo>
                    <a:pt x="0" y="66988"/>
                    <a:pt x="9605" y="43800"/>
                    <a:pt x="26702" y="26702"/>
                  </a:cubicBezTo>
                  <a:cubicBezTo>
                    <a:pt x="43800" y="9605"/>
                    <a:pt x="66988" y="0"/>
                    <a:pt x="91167"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38" id="38"/>
            <p:cNvSpPr txBox="true"/>
            <p:nvPr/>
          </p:nvSpPr>
          <p:spPr>
            <a:xfrm>
              <a:off x="0" y="-47625"/>
              <a:ext cx="182335" cy="238681"/>
            </a:xfrm>
            <a:prstGeom prst="rect">
              <a:avLst/>
            </a:prstGeom>
          </p:spPr>
          <p:txBody>
            <a:bodyPr anchor="ctr" rtlCol="false" tIns="50800" lIns="50800" bIns="50800" rIns="50800"/>
            <a:lstStyle/>
            <a:p>
              <a:pPr algn="ctr">
                <a:lnSpc>
                  <a:spcPts val="2800"/>
                </a:lnSpc>
              </a:pPr>
            </a:p>
          </p:txBody>
        </p:sp>
      </p:grpSp>
      <p:grpSp>
        <p:nvGrpSpPr>
          <p:cNvPr name="!!S11_Shp39" id="162"/>
          <p:cNvGrpSpPr/>
          <p:nvPr/>
        </p:nvGrpSpPr>
        <p:grpSpPr>
          <a:xfrm rot="0">
            <a:off x="-4718282" y="6557762"/>
            <a:ext cx="692303" cy="725416"/>
            <a:chOff x="0" y="0"/>
            <a:chExt cx="182335" cy="191056"/>
          </a:xfrm>
        </p:grpSpPr>
        <p:sp>
          <p:nvSpPr>
            <p:cNvPr name="Freeform 40" id="40"/>
            <p:cNvSpPr/>
            <p:nvPr/>
          </p:nvSpPr>
          <p:spPr>
            <a:xfrm flipH="false" flipV="false" rot="0">
              <a:off x="0" y="0"/>
              <a:ext cx="182335" cy="191056"/>
            </a:xfrm>
            <a:custGeom>
              <a:avLst/>
              <a:gdLst/>
              <a:ahLst/>
              <a:cxnLst/>
              <a:rect r="r" b="b" t="t" l="l"/>
              <a:pathLst>
                <a:path h="191056" w="182335">
                  <a:moveTo>
                    <a:pt x="91167" y="0"/>
                  </a:moveTo>
                  <a:lnTo>
                    <a:pt x="91167" y="0"/>
                  </a:lnTo>
                  <a:cubicBezTo>
                    <a:pt x="115347" y="0"/>
                    <a:pt x="138535" y="9605"/>
                    <a:pt x="155633" y="26702"/>
                  </a:cubicBezTo>
                  <a:cubicBezTo>
                    <a:pt x="172730" y="43800"/>
                    <a:pt x="182335" y="66988"/>
                    <a:pt x="182335" y="91167"/>
                  </a:cubicBezTo>
                  <a:lnTo>
                    <a:pt x="182335" y="99889"/>
                  </a:lnTo>
                  <a:cubicBezTo>
                    <a:pt x="182335" y="124068"/>
                    <a:pt x="172730" y="147257"/>
                    <a:pt x="155633" y="164354"/>
                  </a:cubicBezTo>
                  <a:cubicBezTo>
                    <a:pt x="138535" y="181451"/>
                    <a:pt x="115347" y="191056"/>
                    <a:pt x="91167" y="191056"/>
                  </a:cubicBezTo>
                  <a:lnTo>
                    <a:pt x="91167" y="191056"/>
                  </a:lnTo>
                  <a:cubicBezTo>
                    <a:pt x="66988" y="191056"/>
                    <a:pt x="43800" y="181451"/>
                    <a:pt x="26702" y="164354"/>
                  </a:cubicBezTo>
                  <a:cubicBezTo>
                    <a:pt x="9605" y="147257"/>
                    <a:pt x="0" y="124068"/>
                    <a:pt x="0" y="99889"/>
                  </a:cubicBezTo>
                  <a:lnTo>
                    <a:pt x="0" y="91167"/>
                  </a:lnTo>
                  <a:cubicBezTo>
                    <a:pt x="0" y="66988"/>
                    <a:pt x="9605" y="43800"/>
                    <a:pt x="26702" y="26702"/>
                  </a:cubicBezTo>
                  <a:cubicBezTo>
                    <a:pt x="43800" y="9605"/>
                    <a:pt x="66988" y="0"/>
                    <a:pt x="91167" y="0"/>
                  </a:cubicBezTo>
                  <a:close/>
                </a:path>
              </a:pathLst>
            </a:custGeom>
            <a:solidFill>
              <a:srgbClr val="FDFDFD"/>
            </a:solidFill>
            <a:ln w="38100" cap="sq">
              <a:gradFill>
                <a:gsLst>
                  <a:gs pos="0">
                    <a:srgbClr val="19621D">
                      <a:alpha val="100000"/>
                    </a:srgbClr>
                  </a:gs>
                  <a:gs pos="100000">
                    <a:srgbClr val="0A3931">
                      <a:alpha val="100000"/>
                    </a:srgbClr>
                  </a:gs>
                </a:gsLst>
                <a:lin ang="2700000"/>
              </a:gradFill>
              <a:prstDash val="solid"/>
              <a:miter/>
            </a:ln>
          </p:spPr>
        </p:sp>
        <p:sp>
          <p:nvSpPr>
            <p:cNvPr name="TextBox 41" id="41"/>
            <p:cNvSpPr txBox="true"/>
            <p:nvPr/>
          </p:nvSpPr>
          <p:spPr>
            <a:xfrm>
              <a:off x="0" y="-47625"/>
              <a:ext cx="182335" cy="238681"/>
            </a:xfrm>
            <a:prstGeom prst="rect">
              <a:avLst/>
            </a:prstGeom>
          </p:spPr>
          <p:txBody>
            <a:bodyPr anchor="ctr" rtlCol="false" tIns="50800" lIns="50800" bIns="50800" rIns="50800"/>
            <a:lstStyle/>
            <a:p>
              <a:pPr algn="ctr">
                <a:lnSpc>
                  <a:spcPts val="2800"/>
                </a:lnSpc>
              </a:pPr>
            </a:p>
          </p:txBody>
        </p:sp>
      </p:grpSp>
      <p:sp>
        <p:nvSpPr>
          <p:cNvPr name="!!S11_Shp42" id="163"/>
          <p:cNvSpPr/>
          <p:nvPr/>
        </p:nvSpPr>
        <p:spPr>
          <a:xfrm flipH="false" flipV="false" rot="0">
            <a:off x="-6101641" y="-3686600"/>
            <a:ext cx="1686600" cy="1686600"/>
          </a:xfrm>
          <a:custGeom>
            <a:avLst/>
            <a:gdLst/>
            <a:ahLst/>
            <a:cxnLst/>
            <a:rect r="r" b="b" t="t" l="l"/>
            <a:pathLst>
              <a:path h="1686600" w="1686600">
                <a:moveTo>
                  <a:pt x="0" y="0"/>
                </a:moveTo>
                <a:lnTo>
                  <a:pt x="1686600" y="0"/>
                </a:lnTo>
                <a:lnTo>
                  <a:pt x="1686600" y="1686599"/>
                </a:lnTo>
                <a:lnTo>
                  <a:pt x="0" y="16865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S11_Shp43" id="164"/>
          <p:cNvGrpSpPr/>
          <p:nvPr/>
        </p:nvGrpSpPr>
        <p:grpSpPr>
          <a:xfrm rot="0">
            <a:off x="-9902959" y="-5517179"/>
            <a:ext cx="5540749" cy="3517179"/>
            <a:chOff x="0" y="0"/>
            <a:chExt cx="1459292" cy="926335"/>
          </a:xfrm>
        </p:grpSpPr>
        <p:sp>
          <p:nvSpPr>
            <p:cNvPr name="Freeform 44" id="44"/>
            <p:cNvSpPr/>
            <p:nvPr/>
          </p:nvSpPr>
          <p:spPr>
            <a:xfrm flipH="false" flipV="false" rot="0">
              <a:off x="0" y="0"/>
              <a:ext cx="1459292" cy="926335"/>
            </a:xfrm>
            <a:custGeom>
              <a:avLst/>
              <a:gdLst/>
              <a:ahLst/>
              <a:cxnLst/>
              <a:rect r="r" b="b" t="t" l="l"/>
              <a:pathLst>
                <a:path h="926335" w="1459292">
                  <a:moveTo>
                    <a:pt x="18165" y="0"/>
                  </a:moveTo>
                  <a:lnTo>
                    <a:pt x="1441127" y="0"/>
                  </a:lnTo>
                  <a:cubicBezTo>
                    <a:pt x="1451159" y="0"/>
                    <a:pt x="1459292" y="8133"/>
                    <a:pt x="1459292" y="18165"/>
                  </a:cubicBezTo>
                  <a:lnTo>
                    <a:pt x="1459292" y="908171"/>
                  </a:lnTo>
                  <a:cubicBezTo>
                    <a:pt x="1459292" y="918203"/>
                    <a:pt x="1451159" y="926335"/>
                    <a:pt x="1441127" y="926335"/>
                  </a:cubicBezTo>
                  <a:lnTo>
                    <a:pt x="18165" y="926335"/>
                  </a:lnTo>
                  <a:cubicBezTo>
                    <a:pt x="8133" y="926335"/>
                    <a:pt x="0" y="918203"/>
                    <a:pt x="0" y="908171"/>
                  </a:cubicBezTo>
                  <a:lnTo>
                    <a:pt x="0" y="18165"/>
                  </a:lnTo>
                  <a:cubicBezTo>
                    <a:pt x="0" y="8133"/>
                    <a:pt x="8133" y="0"/>
                    <a:pt x="18165" y="0"/>
                  </a:cubicBezTo>
                  <a:close/>
                </a:path>
              </a:pathLst>
            </a:custGeom>
            <a:gradFill rotWithShape="true">
              <a:gsLst>
                <a:gs pos="0">
                  <a:srgbClr val="19621D">
                    <a:alpha val="100000"/>
                  </a:srgbClr>
                </a:gs>
                <a:gs pos="50000">
                  <a:srgbClr val="0A3931">
                    <a:alpha val="100000"/>
                  </a:srgbClr>
                </a:gs>
                <a:gs pos="100000">
                  <a:srgbClr val="095B4D">
                    <a:alpha val="100000"/>
                  </a:srgbClr>
                </a:gs>
              </a:gsLst>
              <a:lin ang="5400000"/>
            </a:gradFill>
            <a:ln w="38100" cap="sq">
              <a:gradFill>
                <a:gsLst>
                  <a:gs pos="0">
                    <a:srgbClr val="19621D">
                      <a:alpha val="100000"/>
                    </a:srgbClr>
                  </a:gs>
                  <a:gs pos="100000">
                    <a:srgbClr val="0A3931">
                      <a:alpha val="100000"/>
                    </a:srgbClr>
                  </a:gs>
                </a:gsLst>
                <a:lin ang="2700000"/>
              </a:gradFill>
              <a:prstDash val="solid"/>
              <a:miter/>
            </a:ln>
          </p:spPr>
        </p:sp>
        <p:sp>
          <p:nvSpPr>
            <p:cNvPr name="TextBox 45" id="45"/>
            <p:cNvSpPr txBox="true"/>
            <p:nvPr/>
          </p:nvSpPr>
          <p:spPr>
            <a:xfrm>
              <a:off x="0" y="-47625"/>
              <a:ext cx="1459292" cy="973960"/>
            </a:xfrm>
            <a:prstGeom prst="rect">
              <a:avLst/>
            </a:prstGeom>
          </p:spPr>
          <p:txBody>
            <a:bodyPr anchor="ctr" rtlCol="false" tIns="50800" lIns="50800" bIns="50800" rIns="50800"/>
            <a:lstStyle/>
            <a:p>
              <a:pPr algn="ctr">
                <a:lnSpc>
                  <a:spcPts val="2800"/>
                </a:lnSpc>
              </a:pPr>
            </a:p>
          </p:txBody>
        </p:sp>
      </p:grpSp>
      <p:grpSp>
        <p:nvGrpSpPr>
          <p:cNvPr name="!!S11_Shp46" id="165"/>
          <p:cNvGrpSpPr/>
          <p:nvPr/>
        </p:nvGrpSpPr>
        <p:grpSpPr>
          <a:xfrm rot="0">
            <a:off x="-10675350" y="-6040958"/>
            <a:ext cx="5819964" cy="4040958"/>
            <a:chOff x="0" y="0"/>
            <a:chExt cx="596757" cy="414345"/>
          </a:xfrm>
        </p:grpSpPr>
        <p:sp>
          <p:nvSpPr>
            <p:cNvPr name="Freeform 47" id="47"/>
            <p:cNvSpPr/>
            <p:nvPr/>
          </p:nvSpPr>
          <p:spPr>
            <a:xfrm flipH="false" flipV="false" rot="0">
              <a:off x="0" y="0"/>
              <a:ext cx="596757" cy="414345"/>
            </a:xfrm>
            <a:custGeom>
              <a:avLst/>
              <a:gdLst/>
              <a:ahLst/>
              <a:cxnLst/>
              <a:rect r="r" b="b" t="t" l="l"/>
              <a:pathLst>
                <a:path h="414345" w="596757">
                  <a:moveTo>
                    <a:pt x="23944" y="0"/>
                  </a:moveTo>
                  <a:lnTo>
                    <a:pt x="572813" y="0"/>
                  </a:lnTo>
                  <a:cubicBezTo>
                    <a:pt x="586037" y="0"/>
                    <a:pt x="596757" y="10720"/>
                    <a:pt x="596757" y="23944"/>
                  </a:cubicBezTo>
                  <a:lnTo>
                    <a:pt x="596757" y="390401"/>
                  </a:lnTo>
                  <a:cubicBezTo>
                    <a:pt x="596757" y="403625"/>
                    <a:pt x="586037" y="414345"/>
                    <a:pt x="572813" y="414345"/>
                  </a:cubicBezTo>
                  <a:lnTo>
                    <a:pt x="23944" y="414345"/>
                  </a:lnTo>
                  <a:cubicBezTo>
                    <a:pt x="17594" y="414345"/>
                    <a:pt x="11504" y="411822"/>
                    <a:pt x="7013" y="407332"/>
                  </a:cubicBezTo>
                  <a:cubicBezTo>
                    <a:pt x="2523" y="402841"/>
                    <a:pt x="0" y="396751"/>
                    <a:pt x="0" y="390401"/>
                  </a:cubicBezTo>
                  <a:lnTo>
                    <a:pt x="0" y="23944"/>
                  </a:lnTo>
                  <a:cubicBezTo>
                    <a:pt x="0" y="17594"/>
                    <a:pt x="2523" y="11504"/>
                    <a:pt x="7013" y="7013"/>
                  </a:cubicBezTo>
                  <a:cubicBezTo>
                    <a:pt x="11504" y="2523"/>
                    <a:pt x="17594" y="0"/>
                    <a:pt x="23944" y="0"/>
                  </a:cubicBezTo>
                  <a:close/>
                </a:path>
              </a:pathLst>
            </a:custGeom>
            <a:blipFill>
              <a:blip r:embed="rId5"/>
              <a:stretch>
                <a:fillRect l="-2107" t="0" r="-2107" b="0"/>
              </a:stretch>
            </a:blipFill>
            <a:ln w="47625" cap="sq">
              <a:gradFill>
                <a:gsLst>
                  <a:gs pos="0">
                    <a:srgbClr val="19621D">
                      <a:alpha val="100000"/>
                    </a:srgbClr>
                  </a:gs>
                  <a:gs pos="100000">
                    <a:srgbClr val="0A3931">
                      <a:alpha val="100000"/>
                    </a:srgbClr>
                  </a:gs>
                </a:gsLst>
                <a:lin ang="2700000"/>
              </a:gradFill>
              <a:prstDash val="solid"/>
              <a:miter/>
            </a:ln>
          </p:spPr>
        </p:sp>
      </p:grpSp>
      <p:sp>
        <p:nvSpPr>
          <p:cNvPr name="!!S11_Shp48" id="166"/>
          <p:cNvSpPr/>
          <p:nvPr/>
        </p:nvSpPr>
        <p:spPr>
          <a:xfrm flipH="false" flipV="false" rot="0">
            <a:off x="-15551542" y="-13171642"/>
            <a:ext cx="11171642" cy="11171642"/>
          </a:xfrm>
          <a:custGeom>
            <a:avLst/>
            <a:gdLst/>
            <a:ahLst/>
            <a:cxnLst/>
            <a:rect r="r" b="b" t="t" l="l"/>
            <a:pathLst>
              <a:path h="11171642" w="11171642">
                <a:moveTo>
                  <a:pt x="0" y="0"/>
                </a:moveTo>
                <a:lnTo>
                  <a:pt x="11171642" y="0"/>
                </a:lnTo>
                <a:lnTo>
                  <a:pt x="11171642" y="11171642"/>
                </a:lnTo>
                <a:lnTo>
                  <a:pt x="0" y="111716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S11_Shp49" id="167"/>
          <p:cNvSpPr/>
          <p:nvPr/>
        </p:nvSpPr>
        <p:spPr>
          <a:xfrm flipH="false" flipV="false" rot="0">
            <a:off x="-5327900" y="-2368282"/>
            <a:ext cx="468877" cy="368282"/>
          </a:xfrm>
          <a:custGeom>
            <a:avLst/>
            <a:gdLst/>
            <a:ahLst/>
            <a:cxnLst/>
            <a:rect r="r" b="b" t="t" l="l"/>
            <a:pathLst>
              <a:path h="368282" w="468877">
                <a:moveTo>
                  <a:pt x="0" y="0"/>
                </a:moveTo>
                <a:lnTo>
                  <a:pt x="468878" y="0"/>
                </a:lnTo>
                <a:lnTo>
                  <a:pt x="468878" y="368282"/>
                </a:lnTo>
                <a:lnTo>
                  <a:pt x="0" y="368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S11_Shp50" id="168"/>
          <p:cNvSpPr/>
          <p:nvPr/>
        </p:nvSpPr>
        <p:spPr>
          <a:xfrm flipH="false" flipV="false" rot="0">
            <a:off x="-5312187" y="5380680"/>
            <a:ext cx="468877" cy="368282"/>
          </a:xfrm>
          <a:custGeom>
            <a:avLst/>
            <a:gdLst/>
            <a:ahLst/>
            <a:cxnLst/>
            <a:rect r="r" b="b" t="t" l="l"/>
            <a:pathLst>
              <a:path h="368282" w="468877">
                <a:moveTo>
                  <a:pt x="0" y="0"/>
                </a:moveTo>
                <a:lnTo>
                  <a:pt x="468878" y="0"/>
                </a:lnTo>
                <a:lnTo>
                  <a:pt x="468878" y="368282"/>
                </a:lnTo>
                <a:lnTo>
                  <a:pt x="0" y="368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S11_Shp51" id="169"/>
          <p:cNvSpPr/>
          <p:nvPr/>
        </p:nvSpPr>
        <p:spPr>
          <a:xfrm flipH="false" flipV="false" rot="0">
            <a:off x="-5327900" y="8043656"/>
            <a:ext cx="468877" cy="368282"/>
          </a:xfrm>
          <a:custGeom>
            <a:avLst/>
            <a:gdLst/>
            <a:ahLst/>
            <a:cxnLst/>
            <a:rect r="r" b="b" t="t" l="l"/>
            <a:pathLst>
              <a:path h="368282" w="468877">
                <a:moveTo>
                  <a:pt x="0" y="0"/>
                </a:moveTo>
                <a:lnTo>
                  <a:pt x="468878" y="0"/>
                </a:lnTo>
                <a:lnTo>
                  <a:pt x="468878" y="368282"/>
                </a:lnTo>
                <a:lnTo>
                  <a:pt x="0" y="368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S11_Shp52" id="170"/>
          <p:cNvSpPr/>
          <p:nvPr/>
        </p:nvSpPr>
        <p:spPr>
          <a:xfrm flipH="true" flipV="false" rot="0">
            <a:off x="-4596120" y="-2368282"/>
            <a:ext cx="468877" cy="368282"/>
          </a:xfrm>
          <a:custGeom>
            <a:avLst/>
            <a:gdLst/>
            <a:ahLst/>
            <a:cxnLst/>
            <a:rect r="r" b="b" t="t" l="l"/>
            <a:pathLst>
              <a:path h="368282" w="468877">
                <a:moveTo>
                  <a:pt x="468878" y="0"/>
                </a:moveTo>
                <a:lnTo>
                  <a:pt x="0" y="0"/>
                </a:lnTo>
                <a:lnTo>
                  <a:pt x="0" y="368282"/>
                </a:lnTo>
                <a:lnTo>
                  <a:pt x="468878" y="368282"/>
                </a:lnTo>
                <a:lnTo>
                  <a:pt x="468878"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S11_Shp53" id="171"/>
          <p:cNvSpPr/>
          <p:nvPr/>
        </p:nvSpPr>
        <p:spPr>
          <a:xfrm flipH="true" flipV="false" rot="0">
            <a:off x="-4618267" y="6738737"/>
            <a:ext cx="468877" cy="368282"/>
          </a:xfrm>
          <a:custGeom>
            <a:avLst/>
            <a:gdLst/>
            <a:ahLst/>
            <a:cxnLst/>
            <a:rect r="r" b="b" t="t" l="l"/>
            <a:pathLst>
              <a:path h="368282" w="468877">
                <a:moveTo>
                  <a:pt x="468877" y="0"/>
                </a:moveTo>
                <a:lnTo>
                  <a:pt x="0" y="0"/>
                </a:lnTo>
                <a:lnTo>
                  <a:pt x="0" y="368282"/>
                </a:lnTo>
                <a:lnTo>
                  <a:pt x="468877" y="368282"/>
                </a:lnTo>
                <a:lnTo>
                  <a:pt x="468877"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S11_Shp54" id="172"/>
          <p:cNvSpPr txBox="true"/>
          <p:nvPr/>
        </p:nvSpPr>
        <p:spPr>
          <a:xfrm rot="0">
            <a:off x="-11456087" y="8136256"/>
            <a:ext cx="6622323" cy="1122044"/>
          </a:xfrm>
          <a:prstGeom prst="rect">
            <a:avLst/>
          </a:prstGeom>
        </p:spPr>
        <p:txBody>
          <a:bodyPr anchor="t" rtlCol="false" tIns="0" lIns="0" bIns="0" rIns="0">
            <a:spAutoFit/>
          </a:bodyPr>
          <a:lstStyle/>
          <a:p>
            <a:pPr algn="just">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KREATIF</a:t>
            </a:r>
          </a:p>
        </p:txBody>
      </p:sp>
      <p:sp>
        <p:nvSpPr>
          <p:cNvPr name="!!S11_Shp57" id="173"/>
          <p:cNvSpPr txBox="true"/>
          <p:nvPr/>
        </p:nvSpPr>
        <p:spPr>
          <a:xfrm rot="0">
            <a:off x="-10996356" y="7054137"/>
            <a:ext cx="6140970" cy="1122044"/>
          </a:xfrm>
          <a:prstGeom prst="rect">
            <a:avLst/>
          </a:prstGeom>
        </p:spPr>
        <p:txBody>
          <a:bodyPr anchor="t" rtlCol="false" tIns="0" lIns="0" bIns="0" rIns="0">
            <a:spAutoFit/>
          </a:bodyPr>
          <a:lstStyle/>
          <a:p>
            <a:pPr algn="l">
              <a:lnSpc>
                <a:spcPts val="8414"/>
              </a:lnSpc>
            </a:pPr>
            <a:r>
              <a:rPr lang="en-US" sz="8499">
                <a:gradFill>
                  <a:gsLst>
                    <a:gs pos="0">
                      <a:srgbClr val="19621D">
                        <a:alpha val="100000"/>
                      </a:srgbClr>
                    </a:gs>
                    <a:gs pos="100000">
                      <a:srgbClr val="0A3931">
                        <a:alpha val="100000"/>
                      </a:srgbClr>
                    </a:gs>
                  </a:gsLst>
                  <a:lin ang="2700000"/>
                </a:gradFill>
                <a:latin typeface="Notable"/>
                <a:ea typeface="Notable"/>
                <a:cs typeface="Notable"/>
                <a:sym typeface="Notable"/>
              </a:rPr>
              <a:t>LAYANAN</a:t>
            </a:r>
          </a:p>
        </p:txBody>
      </p:sp>
      <p:sp>
        <p:nvSpPr>
          <p:cNvPr name="!!S11_Shp58" id="174"/>
          <p:cNvSpPr txBox="true"/>
          <p:nvPr/>
        </p:nvSpPr>
        <p:spPr>
          <a:xfrm rot="0">
            <a:off x="-9518995" y="-2422275"/>
            <a:ext cx="4873611"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Per</a:t>
            </a:r>
            <a:r>
              <a:rPr lang="en-US" b="true" sz="2499">
                <a:solidFill>
                  <a:srgbClr val="082009"/>
                </a:solidFill>
                <a:latin typeface="Fira Sans Bold"/>
                <a:ea typeface="Fira Sans Bold"/>
                <a:cs typeface="Fira Sans Bold"/>
                <a:sym typeface="Fira Sans Bold"/>
              </a:rPr>
              <a:t>encanaan Konten</a:t>
            </a:r>
          </a:p>
        </p:txBody>
      </p:sp>
      <p:sp>
        <p:nvSpPr>
          <p:cNvPr name="!!S11_Shp59" id="175"/>
          <p:cNvSpPr txBox="true"/>
          <p:nvPr/>
        </p:nvSpPr>
        <p:spPr>
          <a:xfrm rot="0">
            <a:off x="-9591893" y="5279350"/>
            <a:ext cx="4873611"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Produksi</a:t>
            </a:r>
            <a:r>
              <a:rPr lang="en-US" b="true" sz="2499">
                <a:solidFill>
                  <a:srgbClr val="082009"/>
                </a:solidFill>
                <a:latin typeface="Fira Sans Bold"/>
                <a:ea typeface="Fira Sans Bold"/>
                <a:cs typeface="Fira Sans Bold"/>
                <a:sym typeface="Fira Sans Bold"/>
              </a:rPr>
              <a:t> Konten Foto dan Video</a:t>
            </a:r>
          </a:p>
        </p:txBody>
      </p:sp>
      <p:sp>
        <p:nvSpPr>
          <p:cNvPr name="!!S11_Shp60" id="176"/>
          <p:cNvSpPr txBox="true"/>
          <p:nvPr/>
        </p:nvSpPr>
        <p:spPr>
          <a:xfrm rot="0">
            <a:off x="-9591893" y="7955304"/>
            <a:ext cx="4873611" cy="422275"/>
          </a:xfrm>
          <a:prstGeom prst="rect">
            <a:avLst/>
          </a:prstGeom>
        </p:spPr>
        <p:txBody>
          <a:bodyPr anchor="t" rtlCol="false" tIns="0" lIns="0" bIns="0" rIns="0">
            <a:spAutoFit/>
          </a:bodyPr>
          <a:lstStyle/>
          <a:p>
            <a:pPr algn="ctr">
              <a:lnSpc>
                <a:spcPts val="3499"/>
              </a:lnSpc>
            </a:pPr>
            <a:r>
              <a:rPr lang="en-US" sz="2499" b="true">
                <a:solidFill>
                  <a:srgbClr val="082009"/>
                </a:solidFill>
                <a:latin typeface="Fira Sans Bold"/>
                <a:ea typeface="Fira Sans Bold"/>
                <a:cs typeface="Fira Sans Bold"/>
                <a:sym typeface="Fira Sans Bold"/>
              </a:rPr>
              <a:t>Peng</a:t>
            </a:r>
            <a:r>
              <a:rPr lang="en-US" b="true" sz="2499">
                <a:solidFill>
                  <a:srgbClr val="082009"/>
                </a:solidFill>
                <a:latin typeface="Fira Sans Bold"/>
                <a:ea typeface="Fira Sans Bold"/>
                <a:cs typeface="Fira Sans Bold"/>
                <a:sym typeface="Fira Sans Bold"/>
              </a:rPr>
              <a:t>embangan Konten Promosi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DAHSsollvkU</dc:identifier>
  <dcterms:modified xsi:type="dcterms:W3CDTF">2011-08-01T06:04:30Z</dcterms:modified>
  <cp:revision>1</cp:revision>
</cp:coreProperties>
</file>